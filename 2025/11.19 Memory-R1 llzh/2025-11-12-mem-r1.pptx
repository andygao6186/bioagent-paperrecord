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9"/>
  </p:notesMasterIdLst>
  <p:sldIdLst>
    <p:sldId id="6667" r:id="rId2"/>
    <p:sldId id="6717" r:id="rId3"/>
    <p:sldId id="6716" r:id="rId4"/>
    <p:sldId id="6718" r:id="rId5"/>
    <p:sldId id="6719" r:id="rId6"/>
    <p:sldId id="6720" r:id="rId7"/>
    <p:sldId id="6688"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F5EEE2"/>
    <a:srgbClr val="122362"/>
    <a:srgbClr val="2C46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17" autoAdjust="0"/>
    <p:restoredTop sz="94899" autoAdjust="0"/>
  </p:normalViewPr>
  <p:slideViewPr>
    <p:cSldViewPr snapToGrid="0">
      <p:cViewPr varScale="1">
        <p:scale>
          <a:sx n="104" d="100"/>
          <a:sy n="104" d="100"/>
        </p:scale>
        <p:origin x="7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4BD7F-6E8A-4189-A9A0-9D1FA9DD11CF}" type="datetimeFigureOut">
              <a:rPr lang="zh-CN" altLang="en-US" smtClean="0"/>
              <a:t>2025/11/19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0E888-16F3-4ABA-AE1F-4A15CB21FBCF}" type="slidenum">
              <a:rPr lang="zh-CN" altLang="en-US" smtClean="0"/>
              <a:t>‹#›</a:t>
            </a:fld>
            <a:endParaRPr lang="zh-CN" altLang="en-US"/>
          </a:p>
        </p:txBody>
      </p:sp>
    </p:spTree>
    <p:extLst>
      <p:ext uri="{BB962C8B-B14F-4D97-AF65-F5344CB8AC3E}">
        <p14:creationId xmlns:p14="http://schemas.microsoft.com/office/powerpoint/2010/main" val="50934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587003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0A5CD-2012-D54B-5F77-E281C65D06F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17278FF-917D-B10A-7B35-7010596C7F1F}"/>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0157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4670-4580-AFE9-BBE5-1E040FCE464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3C5E647-BC68-F626-7E36-5CD25D6CF409}"/>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252780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92C76-3A62-8033-77D7-C9601B1A334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36BE9DA0-5652-451F-80C0-3C8F214C31AF}"/>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2846607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7150F-41A7-3556-3E4B-EB3C3CE64D8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50C0F91-68DD-ABFF-1140-803D4FECF55B}"/>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123620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CBAD-69CA-3DAE-A13D-DA4CE8E5653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2D8677D-E9DD-206F-4C65-6734DC930003}"/>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4141716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extLst>
      <p:ext uri="{BB962C8B-B14F-4D97-AF65-F5344CB8AC3E}">
        <p14:creationId xmlns:p14="http://schemas.microsoft.com/office/powerpoint/2010/main" val="2835263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1">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0"/>
            <a:ext cx="12192000" cy="3357217"/>
          </a:xfrm>
          <a:prstGeom prst="rect">
            <a:avLst/>
          </a:prstGeom>
        </p:spPr>
      </p:pic>
      <p:sp>
        <p:nvSpPr>
          <p:cNvPr id="4" name="矩形 3"/>
          <p:cNvSpPr/>
          <p:nvPr/>
        </p:nvSpPr>
        <p:spPr>
          <a:xfrm>
            <a:off x="-800" y="-7913"/>
            <a:ext cx="12192000" cy="3361208"/>
          </a:xfrm>
          <a:prstGeom prst="rect">
            <a:avLst/>
          </a:prstGeom>
          <a:solidFill>
            <a:srgbClr val="9A0001">
              <a:alpha val="23000"/>
            </a:srgbClr>
          </a:solidFill>
          <a:ln>
            <a:noFill/>
          </a:ln>
        </p:spPr>
        <p:txBody>
          <a:bodyPr anchor="ctr"/>
          <a:lstStyle/>
          <a:p>
            <a:pPr algn="ctr"/>
            <a:endParaRPr lang="zh-CN">
              <a:solidFill>
                <a:schemeClr val="lt1"/>
              </a:solidFill>
            </a:endParaRPr>
          </a:p>
        </p:txBody>
      </p:sp>
      <p:sp>
        <p:nvSpPr>
          <p:cNvPr id="5" name="椭圆 4"/>
          <p:cNvSpPr/>
          <p:nvPr/>
        </p:nvSpPr>
        <p:spPr>
          <a:xfrm>
            <a:off x="5303520" y="2562096"/>
            <a:ext cx="1584960" cy="1584960"/>
          </a:xfrm>
          <a:prstGeom prst="ellipse">
            <a:avLst/>
          </a:prstGeom>
          <a:solidFill>
            <a:schemeClr val="bg1"/>
          </a:solidFill>
          <a:ln>
            <a:noFill/>
          </a:ln>
        </p:spPr>
        <p:txBody>
          <a:bodyPr anchor="ctr"/>
          <a:lstStyle/>
          <a:p>
            <a:pPr algn="ctr"/>
            <a:endParaRPr lang="zh-CN">
              <a:solidFill>
                <a:schemeClr val="lt1"/>
              </a:solidFill>
            </a:endParaRPr>
          </a:p>
        </p:txBody>
      </p:sp>
      <p:sp>
        <p:nvSpPr>
          <p:cNvPr id="6" name="组合 5"/>
          <p:cNvSpPr/>
          <p:nvPr/>
        </p:nvSpPr>
        <p:spPr>
          <a:xfrm>
            <a:off x="5410200" y="2670375"/>
            <a:ext cx="1371600" cy="1368402"/>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rgbClr val="8B0012">
              <a:alpha val="80000"/>
            </a:srgbClr>
          </a:solidFill>
          <a:ln>
            <a:noFill/>
          </a:ln>
        </p:spPr>
      </p:sp>
      <p:sp>
        <p:nvSpPr>
          <p:cNvPr id="36" name="文本占位符 35"/>
          <p:cNvSpPr>
            <a:spLocks noGrp="1"/>
          </p:cNvSpPr>
          <p:nvPr>
            <p:ph type="body" idx="10" hasCustomPrompt="1"/>
          </p:nvPr>
        </p:nvSpPr>
        <p:spPr>
          <a:xfrm>
            <a:off x="1606550" y="4264178"/>
            <a:ext cx="8975725" cy="781050"/>
          </a:xfrm>
        </p:spPr>
        <p:txBody>
          <a:bodyPr>
            <a:normAutofit/>
          </a:bodyPr>
          <a:lstStyle>
            <a:lvl1pPr marL="0" lvl="0" indent="0" algn="ctr" defTabSz="914400">
              <a:lnSpc>
                <a:spcPct val="120000"/>
              </a:lnSpc>
              <a:buNone/>
              <a:defRPr lang="zh-CN" sz="4000" b="1" kern="1200" spc="300">
                <a:solidFill>
                  <a:schemeClr val="tx1">
                    <a:lumMod val="85000"/>
                    <a:lumOff val="15000"/>
                  </a:schemeClr>
                </a:solidFill>
                <a:latin typeface="Arial" panose="020B0604020202020204"/>
                <a:ea typeface="微软雅黑" panose="020B0503020204020204" charset="-122"/>
              </a:defRPr>
            </a:lvl1pPr>
          </a:lstStyle>
          <a:p>
            <a:pPr algn="ctr">
              <a:lnSpc>
                <a:spcPct val="120000"/>
              </a:lnSpc>
            </a:pPr>
            <a:r>
              <a:rPr lang="zh-CN" sz="4000" b="1" spc="300">
                <a:solidFill>
                  <a:schemeClr val="tx1">
                    <a:lumMod val="85000"/>
                    <a:lumOff val="15000"/>
                  </a:schemeClr>
                </a:solidFill>
                <a:latin typeface="微软雅黑" panose="020B0503020204020204" charset="-122"/>
                <a:ea typeface="微软雅黑" panose="020B0503020204020204" charset="-122"/>
              </a:rPr>
              <a:t>北京大学学术答辩通用</a:t>
            </a:r>
            <a:r>
              <a:rPr lang="en-US" sz="4000" b="1" spc="300">
                <a:solidFill>
                  <a:schemeClr val="tx1">
                    <a:lumMod val="85000"/>
                    <a:lumOff val="15000"/>
                  </a:schemeClr>
                </a:solidFill>
                <a:latin typeface="微软雅黑" panose="020B0503020204020204" charset="-122"/>
                <a:ea typeface="微软雅黑" panose="020B0503020204020204" charset="-122"/>
              </a:rPr>
              <a:t>PPT</a:t>
            </a:r>
            <a:r>
              <a:rPr lang="zh-CN" sz="4000" b="1" spc="300">
                <a:solidFill>
                  <a:schemeClr val="tx1">
                    <a:lumMod val="85000"/>
                    <a:lumOff val="15000"/>
                  </a:schemeClr>
                </a:solidFill>
                <a:latin typeface="微软雅黑" panose="020B0503020204020204" charset="-122"/>
                <a:ea typeface="微软雅黑" panose="020B0503020204020204" charset="-122"/>
              </a:rPr>
              <a:t>模板</a:t>
            </a:r>
          </a:p>
        </p:txBody>
      </p:sp>
      <p:sp>
        <p:nvSpPr>
          <p:cNvPr id="41" name="文本占位符 37"/>
          <p:cNvSpPr>
            <a:spLocks noGrp="1"/>
          </p:cNvSpPr>
          <p:nvPr>
            <p:ph type="body" idx="11" hasCustomPrompt="1"/>
          </p:nvPr>
        </p:nvSpPr>
        <p:spPr>
          <a:xfrm>
            <a:off x="2244991" y="5389156"/>
            <a:ext cx="1987550" cy="341632"/>
          </a:xfrm>
          <a:noFill/>
        </p:spPr>
        <p:txBody>
          <a:bodyPr wrap="square">
            <a:spAutoFit/>
          </a:bodyPr>
          <a:lstStyle>
            <a:lvl1pPr marL="0" lvl="0" indent="0">
              <a:buNone/>
              <a:defRPr lang="zh-CN" sz="1800">
                <a:solidFill>
                  <a:srgbClr val="222A35"/>
                </a:solidFill>
                <a:latin typeface="微软雅黑" panose="020B0503020204020204" charset="-122"/>
                <a:ea typeface="微软雅黑" panose="020B0503020204020204" charset="-122"/>
              </a:defRPr>
            </a:lvl1pPr>
          </a:lstStyle>
          <a:p>
            <a:pPr marL="0" lvl="0"/>
            <a:r>
              <a:rPr lang="zh-CN"/>
              <a:t>答辩人：</a:t>
            </a:r>
            <a:r>
              <a:rPr lang="en-US"/>
              <a:t>XXX</a:t>
            </a:r>
            <a:endParaRPr lang="zh-CN"/>
          </a:p>
        </p:txBody>
      </p:sp>
      <p:sp>
        <p:nvSpPr>
          <p:cNvPr id="42" name="文本占位符 37"/>
          <p:cNvSpPr>
            <a:spLocks noGrp="1"/>
          </p:cNvSpPr>
          <p:nvPr>
            <p:ph type="body" idx="12" hasCustomPrompt="1"/>
          </p:nvPr>
        </p:nvSpPr>
        <p:spPr>
          <a:xfrm>
            <a:off x="5102225" y="5389156"/>
            <a:ext cx="1987550" cy="341632"/>
          </a:xfrm>
          <a:noFill/>
        </p:spPr>
        <p:txBody>
          <a:bodyPr wrap="square">
            <a:spAutoFit/>
          </a:bodyPr>
          <a:lstStyle>
            <a:lvl1pPr marL="0" lvl="0" indent="0" algn="ctr">
              <a:buNone/>
              <a:defRPr lang="zh-CN" sz="1800">
                <a:solidFill>
                  <a:srgbClr val="222A35"/>
                </a:solidFill>
                <a:latin typeface="微软雅黑" panose="020B0503020204020204" charset="-122"/>
                <a:ea typeface="微软雅黑" panose="020B0503020204020204" charset="-122"/>
              </a:defRPr>
            </a:lvl1pPr>
          </a:lstStyle>
          <a:p>
            <a:pPr marL="0" lvl="0"/>
            <a:r>
              <a:rPr lang="zh-CN"/>
              <a:t>指导教师：</a:t>
            </a:r>
            <a:r>
              <a:rPr lang="en-US"/>
              <a:t>XXX</a:t>
            </a:r>
            <a:endParaRPr lang="zh-CN"/>
          </a:p>
        </p:txBody>
      </p:sp>
      <p:sp>
        <p:nvSpPr>
          <p:cNvPr id="43" name="文本占位符 37"/>
          <p:cNvSpPr>
            <a:spLocks noGrp="1"/>
          </p:cNvSpPr>
          <p:nvPr>
            <p:ph type="body" idx="13" hasCustomPrompt="1"/>
          </p:nvPr>
        </p:nvSpPr>
        <p:spPr>
          <a:xfrm>
            <a:off x="7959460" y="5389156"/>
            <a:ext cx="1987550" cy="341632"/>
          </a:xfrm>
          <a:noFill/>
        </p:spPr>
        <p:txBody>
          <a:bodyPr wrap="square">
            <a:spAutoFit/>
          </a:bodyPr>
          <a:lstStyle>
            <a:lvl1pPr marL="0" lvl="0" indent="0" algn="r">
              <a:buNone/>
              <a:defRPr lang="zh-CN" sz="1800">
                <a:solidFill>
                  <a:srgbClr val="222A35"/>
                </a:solidFill>
                <a:latin typeface="微软雅黑" panose="020B0503020204020204" charset="-122"/>
                <a:ea typeface="微软雅黑" panose="020B0503020204020204" charset="-122"/>
              </a:defRPr>
            </a:lvl1pPr>
          </a:lstStyle>
          <a:p>
            <a:pPr marL="0" lvl="0"/>
            <a:r>
              <a:rPr lang="zh-CN"/>
              <a:t>院系：</a:t>
            </a:r>
            <a:r>
              <a:rPr lang="en-US"/>
              <a:t>XXX</a:t>
            </a:r>
            <a:endParaRPr lang="zh-CN"/>
          </a:p>
        </p:txBody>
      </p:sp>
    </p:spTree>
    <p:extLst>
      <p:ext uri="{BB962C8B-B14F-4D97-AF65-F5344CB8AC3E}">
        <p14:creationId xmlns:p14="http://schemas.microsoft.com/office/powerpoint/2010/main" val="1549098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目录-4部分">
    <p:spTree>
      <p:nvGrpSpPr>
        <p:cNvPr id="1" name=""/>
        <p:cNvGrpSpPr/>
        <p:nvPr/>
      </p:nvGrpSpPr>
      <p:grpSpPr>
        <a:xfrm>
          <a:off x="0" y="0"/>
          <a:ext cx="0" cy="0"/>
          <a:chOff x="0" y="0"/>
          <a:chExt cx="0" cy="0"/>
        </a:xfrm>
      </p:grpSpPr>
      <p:sp>
        <p:nvSpPr>
          <p:cNvPr id="55" name="矩形 54"/>
          <p:cNvSpPr/>
          <p:nvPr/>
        </p:nvSpPr>
        <p:spPr>
          <a:xfrm>
            <a:off x="-1" y="0"/>
            <a:ext cx="6096001" cy="6858000"/>
          </a:xfrm>
          <a:prstGeom prst="rect">
            <a:avLst/>
          </a:prstGeom>
          <a:solidFill>
            <a:schemeClr val="accent1"/>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pic>
        <p:nvPicPr>
          <p:cNvPr id="35" name="图形 34"/>
          <p:cNvPicPr>
            <a:picLocks noChangeAspect="1"/>
          </p:cNvPicPr>
          <p:nvPr/>
        </p:nvPicPr>
        <p:blipFill>
          <a:blip r:embed="rId2"/>
          <a:stretch>
            <a:fillRect/>
          </a:stretch>
        </p:blipFill>
        <p:spPr>
          <a:xfrm>
            <a:off x="-1601832" y="3365787"/>
            <a:ext cx="6665290" cy="4818286"/>
          </a:xfrm>
          <a:prstGeom prst="rect">
            <a:avLst/>
          </a:prstGeom>
        </p:spPr>
      </p:pic>
      <p:sp>
        <p:nvSpPr>
          <p:cNvPr id="7" name="矩形 6"/>
          <p:cNvSpPr/>
          <p:nvPr/>
        </p:nvSpPr>
        <p:spPr>
          <a:xfrm>
            <a:off x="589281" y="476251"/>
            <a:ext cx="11013440" cy="5905500"/>
          </a:xfrm>
          <a:prstGeom prst="rect">
            <a:avLst/>
          </a:prstGeom>
          <a:solidFill>
            <a:schemeClr val="bg1"/>
          </a:solidFill>
          <a:ln>
            <a:noFill/>
          </a:ln>
          <a:effectLst>
            <a:glow rad="101600">
              <a:schemeClr val="tx1">
                <a:alpha val="10000"/>
              </a:schemeClr>
            </a:glow>
          </a:effectLst>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grpSp>
        <p:nvGrpSpPr>
          <p:cNvPr id="8" name="组合 7"/>
          <p:cNvGrpSpPr/>
          <p:nvPr/>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lvl="0" algn="l" defTabSz="914400">
                <a:lnSpc>
                  <a:spcPct val="90000"/>
                </a:lnSpc>
                <a:spcBef>
                  <a:spcPct val="0"/>
                </a:spcBef>
                <a:buNone/>
                <a:defRPr sz="2800" b="1" kern="1200">
                  <a:solidFill>
                    <a:srgbClr val="0070C0"/>
                  </a:solidFill>
                  <a:latin typeface="Arial" panose="020B0604020202020204"/>
                  <a:ea typeface="微软雅黑" panose="020B0503020204020204" charset="-122"/>
                </a:defRPr>
              </a:lvl1pPr>
            </a:lstStyle>
            <a:p>
              <a:pPr marL="0" lvl="0" indent="0" algn="ctr" defTabSz="914400">
                <a:lnSpc>
                  <a:spcPct val="90000"/>
                </a:lnSpc>
                <a:spcBef>
                  <a:spcPct val="0"/>
                </a:spcBef>
                <a:spcAft>
                  <a:spcPts val="0"/>
                </a:spcAft>
                <a:buClrTx/>
                <a:buSzTx/>
                <a:buFontTx/>
                <a:buNone/>
              </a:pPr>
              <a:r>
                <a:rPr lang="zh-CN" sz="5400" b="1" i="0" u="none" strike="noStrike" kern="2200" spc="0" baseline="0">
                  <a:solidFill>
                    <a:schemeClr val="accent1"/>
                  </a:solidFill>
                  <a:latin typeface="Arial" panose="020B0604020202020204"/>
                  <a:ea typeface="微软雅黑" panose="020B0503020204020204" charset="-122"/>
                </a:rPr>
                <a:t>目  录</a:t>
              </a:r>
              <a:endParaRPr lang="en-US" sz="5400" b="1" i="0" u="none" strike="noStrike" kern="2200" spc="0" baseline="0">
                <a:solidFill>
                  <a:schemeClr val="accent1"/>
                </a:solidFill>
                <a:latin typeface="Arial" panose="020B0604020202020204"/>
                <a:ea typeface="微软雅黑" panose="020B0503020204020204" charset="-122"/>
              </a:endParaRPr>
            </a:p>
          </p:txBody>
        </p:sp>
        <p:sp>
          <p:nvSpPr>
            <p:cNvPr id="10" name="文本框 9"/>
            <p:cNvSpPr txBox="1"/>
            <p:nvPr/>
          </p:nvSpPr>
          <p:spPr>
            <a:xfrm>
              <a:off x="2389402" y="2078629"/>
              <a:ext cx="2168084" cy="830997"/>
            </a:xfrm>
            <a:prstGeom prst="rect">
              <a:avLst/>
            </a:prstGeom>
            <a:noFill/>
          </p:spPr>
          <p:txBody>
            <a:bodyPr wrap="square">
              <a:spAutoFit/>
            </a:bodyPr>
            <a:lstStyle/>
            <a:p>
              <a:pPr marL="0" lvl="0" indent="0" algn="l" defTabSz="914400">
                <a:lnSpc>
                  <a:spcPct val="100000"/>
                </a:lnSpc>
                <a:spcBef>
                  <a:spcPts val="0"/>
                </a:spcBef>
                <a:spcAft>
                  <a:spcPts val="0"/>
                </a:spcAft>
                <a:buClrTx/>
                <a:buSzTx/>
                <a:buFontTx/>
                <a:buNone/>
              </a:pPr>
              <a:r>
                <a:rPr lang="en-US" sz="2400" b="0" i="0" u="none" strike="noStrike" kern="2200" spc="-20" baseline="0">
                  <a:solidFill>
                    <a:schemeClr val="accent1"/>
                  </a:solidFill>
                  <a:latin typeface="Arial" panose="020B0604020202020204"/>
                  <a:ea typeface="微软雅黑" panose="020B0503020204020204" charset="-122"/>
                </a:rPr>
                <a:t>CONTENTS</a:t>
              </a:r>
              <a:endParaRPr lang="zh-CN" sz="2400" b="0" i="0" u="none" strike="noStrike" kern="2200" spc="-20" baseline="0">
                <a:solidFill>
                  <a:schemeClr val="accent1"/>
                </a:solidFill>
                <a:latin typeface="Arial" panose="020B0604020202020204"/>
                <a:ea typeface="微软雅黑" panose="020B0503020204020204" charset="-122"/>
              </a:endParaRPr>
            </a:p>
            <a:p>
              <a:pPr marL="0" lvl="0" indent="0" algn="l" defTabSz="914400">
                <a:lnSpc>
                  <a:spcPct val="100000"/>
                </a:lnSpc>
                <a:spcBef>
                  <a:spcPts val="0"/>
                </a:spcBef>
                <a:spcAft>
                  <a:spcPts val="0"/>
                </a:spcAft>
                <a:buClrTx/>
                <a:buSzTx/>
                <a:buFontTx/>
                <a:buNone/>
              </a:pPr>
              <a:endParaRPr lang="zh-CN" sz="2400" b="0" i="0" u="none" strike="noStrike" kern="1200" spc="-20" baseline="0">
                <a:solidFill>
                  <a:schemeClr val="accent1"/>
                </a:solidFill>
                <a:latin typeface="Arial" panose="020B0604020202020204"/>
                <a:ea typeface="微软雅黑" panose="020B0503020204020204" charset="-122"/>
              </a:endParaRPr>
            </a:p>
          </p:txBody>
        </p:sp>
      </p:grpSp>
      <p:sp>
        <p:nvSpPr>
          <p:cNvPr id="45" name="文本占位符 40"/>
          <p:cNvSpPr>
            <a:spLocks noGrp="1"/>
          </p:cNvSpPr>
          <p:nvPr>
            <p:ph type="body" idx="10" hasCustomPrompt="1"/>
          </p:nvPr>
        </p:nvSpPr>
        <p:spPr>
          <a:xfrm>
            <a:off x="7825514" y="1561152"/>
            <a:ext cx="305584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6" name="文本占位符 40"/>
          <p:cNvSpPr>
            <a:spLocks noGrp="1"/>
          </p:cNvSpPr>
          <p:nvPr>
            <p:ph type="body" idx="11" hasCustomPrompt="1"/>
          </p:nvPr>
        </p:nvSpPr>
        <p:spPr>
          <a:xfrm>
            <a:off x="7825514" y="2650906"/>
            <a:ext cx="305584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7" name="文本占位符 40"/>
          <p:cNvSpPr>
            <a:spLocks noGrp="1"/>
          </p:cNvSpPr>
          <p:nvPr>
            <p:ph type="body" idx="12" hasCustomPrompt="1"/>
          </p:nvPr>
        </p:nvSpPr>
        <p:spPr>
          <a:xfrm>
            <a:off x="7825514" y="3740660"/>
            <a:ext cx="305584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9" name="文本占位符 40"/>
          <p:cNvSpPr>
            <a:spLocks noGrp="1"/>
          </p:cNvSpPr>
          <p:nvPr>
            <p:ph type="body" idx="14" hasCustomPrompt="1"/>
          </p:nvPr>
        </p:nvSpPr>
        <p:spPr>
          <a:xfrm>
            <a:off x="7825514" y="4830414"/>
            <a:ext cx="305584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50" name="文本框 49"/>
          <p:cNvSpPr txBox="1"/>
          <p:nvPr/>
        </p:nvSpPr>
        <p:spPr>
          <a:xfrm>
            <a:off x="6814866" y="1512604"/>
            <a:ext cx="675822" cy="584775"/>
          </a:xfrm>
          <a:prstGeom prst="rect">
            <a:avLst/>
          </a:prstGeom>
          <a:noFill/>
        </p:spPr>
        <p:txBody>
          <a:bodyPr wrap="square">
            <a:spAutoFit/>
          </a:bodyPr>
          <a:lstStyle/>
          <a:p>
            <a:r>
              <a:rPr lang="en-US" sz="3200" b="1">
                <a:solidFill>
                  <a:srgbClr val="9A0001"/>
                </a:solidFill>
              </a:rPr>
              <a:t>01.</a:t>
            </a:r>
            <a:endParaRPr lang="zh-CN" sz="3200" b="1">
              <a:solidFill>
                <a:srgbClr val="9A0001"/>
              </a:solidFill>
            </a:endParaRPr>
          </a:p>
        </p:txBody>
      </p:sp>
      <p:sp>
        <p:nvSpPr>
          <p:cNvPr id="51" name="文本框 50"/>
          <p:cNvSpPr txBox="1"/>
          <p:nvPr/>
        </p:nvSpPr>
        <p:spPr>
          <a:xfrm>
            <a:off x="6814866" y="2596050"/>
            <a:ext cx="675822" cy="584775"/>
          </a:xfrm>
          <a:prstGeom prst="rect">
            <a:avLst/>
          </a:prstGeom>
          <a:noFill/>
        </p:spPr>
        <p:txBody>
          <a:bodyPr wrap="square">
            <a:spAutoFit/>
          </a:bodyPr>
          <a:lstStyle/>
          <a:p>
            <a:r>
              <a:rPr lang="en-US" sz="3200" b="1">
                <a:solidFill>
                  <a:srgbClr val="9A0001"/>
                </a:solidFill>
              </a:rPr>
              <a:t>02.</a:t>
            </a:r>
            <a:endParaRPr lang="zh-CN" sz="3200" b="1">
              <a:solidFill>
                <a:srgbClr val="9A0001"/>
              </a:solidFill>
            </a:endParaRPr>
          </a:p>
        </p:txBody>
      </p:sp>
      <p:sp>
        <p:nvSpPr>
          <p:cNvPr id="52" name="文本框 51"/>
          <p:cNvSpPr txBox="1"/>
          <p:nvPr/>
        </p:nvSpPr>
        <p:spPr>
          <a:xfrm>
            <a:off x="6814866" y="3679496"/>
            <a:ext cx="675822" cy="584775"/>
          </a:xfrm>
          <a:prstGeom prst="rect">
            <a:avLst/>
          </a:prstGeom>
          <a:noFill/>
        </p:spPr>
        <p:txBody>
          <a:bodyPr wrap="square">
            <a:spAutoFit/>
          </a:bodyPr>
          <a:lstStyle/>
          <a:p>
            <a:r>
              <a:rPr lang="en-US" sz="3200" b="1">
                <a:solidFill>
                  <a:srgbClr val="9A0001"/>
                </a:solidFill>
              </a:rPr>
              <a:t>03.</a:t>
            </a:r>
            <a:endParaRPr lang="zh-CN" sz="3200" b="1">
              <a:solidFill>
                <a:srgbClr val="9A0001"/>
              </a:solidFill>
            </a:endParaRPr>
          </a:p>
        </p:txBody>
      </p:sp>
      <p:sp>
        <p:nvSpPr>
          <p:cNvPr id="53" name="文本框 52"/>
          <p:cNvSpPr txBox="1"/>
          <p:nvPr/>
        </p:nvSpPr>
        <p:spPr>
          <a:xfrm>
            <a:off x="6814866" y="4762941"/>
            <a:ext cx="675822" cy="584775"/>
          </a:xfrm>
          <a:prstGeom prst="rect">
            <a:avLst/>
          </a:prstGeom>
          <a:noFill/>
        </p:spPr>
        <p:txBody>
          <a:bodyPr wrap="square">
            <a:spAutoFit/>
          </a:bodyPr>
          <a:lstStyle/>
          <a:p>
            <a:r>
              <a:rPr lang="en-US" sz="3200" b="1">
                <a:solidFill>
                  <a:srgbClr val="9A0001"/>
                </a:solidFill>
              </a:rPr>
              <a:t>04.</a:t>
            </a:r>
            <a:endParaRPr lang="zh-CN" sz="3200" b="1">
              <a:solidFill>
                <a:srgbClr val="9A0001"/>
              </a:solidFill>
            </a:endParaRPr>
          </a:p>
        </p:txBody>
      </p:sp>
      <p:sp>
        <p:nvSpPr>
          <p:cNvPr id="56" name="组合 55"/>
          <p:cNvSpPr/>
          <p:nvPr/>
        </p:nvSpPr>
        <p:spPr>
          <a:xfrm>
            <a:off x="2425132" y="3183822"/>
            <a:ext cx="1945700" cy="1941162"/>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2" y="3362248"/>
                </a:moveTo>
                <a:cubicBezTo>
                  <a:pt x="5654872" y="4612443"/>
                  <a:pt x="4633399" y="5639140"/>
                  <a:pt x="3374049" y="5639140"/>
                </a:cubicBezTo>
                <a:cubicBezTo>
                  <a:pt x="2121694" y="5639140"/>
                  <a:pt x="1093225" y="4626412"/>
                  <a:pt x="1093225" y="3362248"/>
                </a:cubicBezTo>
                <a:cubicBezTo>
                  <a:pt x="1093225" y="2105068"/>
                  <a:pt x="2114698" y="1085355"/>
                  <a:pt x="3374049" y="1085355"/>
                </a:cubicBezTo>
                <a:cubicBezTo>
                  <a:pt x="4633399" y="1085355"/>
                  <a:pt x="5654872" y="2112052"/>
                  <a:pt x="5654872" y="3362248"/>
                </a:cubicBezTo>
                <a:close/>
                <a:moveTo>
                  <a:pt x="3192142" y="3655589"/>
                </a:moveTo>
                <a:cubicBezTo>
                  <a:pt x="3192142" y="3669558"/>
                  <a:pt x="3192142" y="3676542"/>
                  <a:pt x="3192142" y="3690511"/>
                </a:cubicBezTo>
                <a:cubicBezTo>
                  <a:pt x="3192142" y="3774323"/>
                  <a:pt x="3192142" y="3851151"/>
                  <a:pt x="3192142" y="3934963"/>
                </a:cubicBezTo>
                <a:cubicBezTo>
                  <a:pt x="3192142" y="3941947"/>
                  <a:pt x="3192142" y="3948931"/>
                  <a:pt x="3192142" y="3955916"/>
                </a:cubicBezTo>
                <a:cubicBezTo>
                  <a:pt x="3192142" y="3997822"/>
                  <a:pt x="3171153" y="4032743"/>
                  <a:pt x="3136171" y="4053696"/>
                </a:cubicBezTo>
                <a:cubicBezTo>
                  <a:pt x="3122178" y="4060681"/>
                  <a:pt x="3108186" y="4074649"/>
                  <a:pt x="3087196" y="4081634"/>
                </a:cubicBezTo>
                <a:cubicBezTo>
                  <a:pt x="2961261" y="4165446"/>
                  <a:pt x="2856316" y="4277195"/>
                  <a:pt x="2765362" y="4402913"/>
                </a:cubicBezTo>
                <a:cubicBezTo>
                  <a:pt x="2667413" y="4549584"/>
                  <a:pt x="2604445" y="4717208"/>
                  <a:pt x="2562467" y="4884832"/>
                </a:cubicBezTo>
                <a:cubicBezTo>
                  <a:pt x="2555471" y="4919754"/>
                  <a:pt x="2548474" y="4947691"/>
                  <a:pt x="2548474" y="4982613"/>
                </a:cubicBezTo>
                <a:cubicBezTo>
                  <a:pt x="2541478" y="5073409"/>
                  <a:pt x="2597449" y="5143252"/>
                  <a:pt x="2688402" y="5157221"/>
                </a:cubicBezTo>
                <a:cubicBezTo>
                  <a:pt x="2765362" y="5171190"/>
                  <a:pt x="2856316" y="5143252"/>
                  <a:pt x="2884301" y="5038487"/>
                </a:cubicBezTo>
                <a:cubicBezTo>
                  <a:pt x="2884301" y="5031503"/>
                  <a:pt x="2891298" y="5017534"/>
                  <a:pt x="2891298" y="5010550"/>
                </a:cubicBezTo>
                <a:cubicBezTo>
                  <a:pt x="2912287" y="4961660"/>
                  <a:pt x="2926279" y="4905785"/>
                  <a:pt x="2940272" y="4856895"/>
                </a:cubicBezTo>
                <a:cubicBezTo>
                  <a:pt x="2982251" y="4738161"/>
                  <a:pt x="3038222" y="4633396"/>
                  <a:pt x="3115182" y="4528631"/>
                </a:cubicBezTo>
                <a:cubicBezTo>
                  <a:pt x="3157160" y="4472756"/>
                  <a:pt x="3213132" y="4423866"/>
                  <a:pt x="3276099" y="4388944"/>
                </a:cubicBezTo>
                <a:cubicBezTo>
                  <a:pt x="3339067" y="4354023"/>
                  <a:pt x="3402034" y="4354023"/>
                  <a:pt x="3465002" y="4388944"/>
                </a:cubicBezTo>
                <a:cubicBezTo>
                  <a:pt x="3478994" y="4395929"/>
                  <a:pt x="3499984" y="4402913"/>
                  <a:pt x="3513976" y="4416882"/>
                </a:cubicBezTo>
                <a:cubicBezTo>
                  <a:pt x="3576944" y="4458788"/>
                  <a:pt x="3625919" y="4514662"/>
                  <a:pt x="3667897" y="4577521"/>
                </a:cubicBezTo>
                <a:cubicBezTo>
                  <a:pt x="3737861" y="4689271"/>
                  <a:pt x="3786836" y="4808004"/>
                  <a:pt x="3821818" y="4926738"/>
                </a:cubicBezTo>
                <a:cubicBezTo>
                  <a:pt x="3835810" y="4968644"/>
                  <a:pt x="3849803" y="5017534"/>
                  <a:pt x="3863796" y="5059440"/>
                </a:cubicBezTo>
                <a:cubicBezTo>
                  <a:pt x="3884785" y="5108331"/>
                  <a:pt x="3912771" y="5136268"/>
                  <a:pt x="3961745" y="5150237"/>
                </a:cubicBezTo>
                <a:cubicBezTo>
                  <a:pt x="4066691" y="5192143"/>
                  <a:pt x="4213615" y="5115315"/>
                  <a:pt x="4192626" y="4961660"/>
                </a:cubicBezTo>
                <a:cubicBezTo>
                  <a:pt x="4185630" y="4912769"/>
                  <a:pt x="4171637" y="4870863"/>
                  <a:pt x="4164641" y="4828957"/>
                </a:cubicBezTo>
                <a:cubicBezTo>
                  <a:pt x="4122662" y="4682286"/>
                  <a:pt x="4073688" y="4549584"/>
                  <a:pt x="3989731" y="4423866"/>
                </a:cubicBezTo>
                <a:cubicBezTo>
                  <a:pt x="3891781" y="4270211"/>
                  <a:pt x="3765846" y="4151477"/>
                  <a:pt x="3611926" y="4053696"/>
                </a:cubicBezTo>
                <a:cubicBezTo>
                  <a:pt x="3569947" y="4032743"/>
                  <a:pt x="3548958" y="3997822"/>
                  <a:pt x="3548958" y="3948931"/>
                </a:cubicBezTo>
                <a:cubicBezTo>
                  <a:pt x="3548958" y="3858135"/>
                  <a:pt x="3548958" y="3774323"/>
                  <a:pt x="3548958" y="3683527"/>
                </a:cubicBezTo>
                <a:cubicBezTo>
                  <a:pt x="3548958" y="3676542"/>
                  <a:pt x="3548958" y="3669558"/>
                  <a:pt x="3555955" y="3655589"/>
                </a:cubicBezTo>
                <a:cubicBezTo>
                  <a:pt x="3569947" y="3655589"/>
                  <a:pt x="3576944" y="3662574"/>
                  <a:pt x="3590937" y="3662574"/>
                </a:cubicBezTo>
                <a:cubicBezTo>
                  <a:pt x="3723868" y="3711464"/>
                  <a:pt x="3835810" y="3781307"/>
                  <a:pt x="3933760" y="3879088"/>
                </a:cubicBezTo>
                <a:cubicBezTo>
                  <a:pt x="4066691" y="3997822"/>
                  <a:pt x="4164641" y="4137508"/>
                  <a:pt x="4262590" y="4291164"/>
                </a:cubicBezTo>
                <a:cubicBezTo>
                  <a:pt x="4325558" y="4402913"/>
                  <a:pt x="4388525" y="4521647"/>
                  <a:pt x="4444496" y="4640380"/>
                </a:cubicBezTo>
                <a:cubicBezTo>
                  <a:pt x="4458489" y="4675302"/>
                  <a:pt x="4479478" y="4703239"/>
                  <a:pt x="4514460" y="4731177"/>
                </a:cubicBezTo>
                <a:cubicBezTo>
                  <a:pt x="4549442" y="4759114"/>
                  <a:pt x="4598417" y="4780067"/>
                  <a:pt x="4647392" y="4766098"/>
                </a:cubicBezTo>
                <a:cubicBezTo>
                  <a:pt x="4717356" y="4745145"/>
                  <a:pt x="4759334" y="4703239"/>
                  <a:pt x="4773327" y="4633396"/>
                </a:cubicBezTo>
                <a:cubicBezTo>
                  <a:pt x="4787320" y="4577521"/>
                  <a:pt x="4780323" y="4528631"/>
                  <a:pt x="4759334" y="4479741"/>
                </a:cubicBezTo>
                <a:cubicBezTo>
                  <a:pt x="4731348" y="4416882"/>
                  <a:pt x="4703363" y="4361007"/>
                  <a:pt x="4675377" y="4298148"/>
                </a:cubicBezTo>
                <a:cubicBezTo>
                  <a:pt x="4577428" y="4081634"/>
                  <a:pt x="4451493" y="3879088"/>
                  <a:pt x="4283579" y="3704480"/>
                </a:cubicBezTo>
                <a:cubicBezTo>
                  <a:pt x="4115666" y="3536856"/>
                  <a:pt x="3926763" y="3411138"/>
                  <a:pt x="3702879" y="3334310"/>
                </a:cubicBezTo>
                <a:cubicBezTo>
                  <a:pt x="3653904" y="3320342"/>
                  <a:pt x="3604929" y="3306373"/>
                  <a:pt x="3548958" y="3292404"/>
                </a:cubicBezTo>
                <a:cubicBezTo>
                  <a:pt x="3548958" y="3264467"/>
                  <a:pt x="3548958" y="3236530"/>
                  <a:pt x="3548958" y="3208592"/>
                </a:cubicBezTo>
                <a:cubicBezTo>
                  <a:pt x="3541962" y="3166686"/>
                  <a:pt x="3534965" y="3117796"/>
                  <a:pt x="3506980" y="3082874"/>
                </a:cubicBezTo>
                <a:cubicBezTo>
                  <a:pt x="3437016" y="2978109"/>
                  <a:pt x="3304085" y="2978109"/>
                  <a:pt x="3234121" y="3082874"/>
                </a:cubicBezTo>
                <a:cubicBezTo>
                  <a:pt x="3206135" y="3124780"/>
                  <a:pt x="3199139" y="3173671"/>
                  <a:pt x="3199139" y="3215577"/>
                </a:cubicBezTo>
                <a:cubicBezTo>
                  <a:pt x="3192142" y="3243514"/>
                  <a:pt x="3192142" y="3264467"/>
                  <a:pt x="3192142" y="3292404"/>
                </a:cubicBezTo>
                <a:cubicBezTo>
                  <a:pt x="3185146" y="3299389"/>
                  <a:pt x="3178150" y="3299389"/>
                  <a:pt x="3164157" y="3299389"/>
                </a:cubicBezTo>
                <a:cubicBezTo>
                  <a:pt x="2940272" y="3355263"/>
                  <a:pt x="2737377" y="3453044"/>
                  <a:pt x="2562467" y="3606699"/>
                </a:cubicBezTo>
                <a:cubicBezTo>
                  <a:pt x="2429536" y="3725433"/>
                  <a:pt x="2317593" y="3865119"/>
                  <a:pt x="2219644" y="4018775"/>
                </a:cubicBezTo>
                <a:cubicBezTo>
                  <a:pt x="2128691" y="4158461"/>
                  <a:pt x="2058727" y="4312117"/>
                  <a:pt x="1988763" y="4458788"/>
                </a:cubicBezTo>
                <a:cubicBezTo>
                  <a:pt x="1974770" y="4507678"/>
                  <a:pt x="1960777" y="4556568"/>
                  <a:pt x="1967774" y="4605459"/>
                </a:cubicBezTo>
                <a:cubicBezTo>
                  <a:pt x="1974770" y="4682286"/>
                  <a:pt x="2002756" y="4731177"/>
                  <a:pt x="2072720" y="4759114"/>
                </a:cubicBezTo>
                <a:cubicBezTo>
                  <a:pt x="2142684" y="4787051"/>
                  <a:pt x="2205651" y="4759114"/>
                  <a:pt x="2247630" y="4710224"/>
                </a:cubicBezTo>
                <a:cubicBezTo>
                  <a:pt x="2268619" y="4689271"/>
                  <a:pt x="2282611" y="4661333"/>
                  <a:pt x="2296604" y="4640380"/>
                </a:cubicBezTo>
                <a:cubicBezTo>
                  <a:pt x="2359572" y="4528631"/>
                  <a:pt x="2415543" y="4409897"/>
                  <a:pt x="2478510" y="4305132"/>
                </a:cubicBezTo>
                <a:cubicBezTo>
                  <a:pt x="2569464" y="4144493"/>
                  <a:pt x="2681406" y="3997822"/>
                  <a:pt x="2814337" y="3872104"/>
                </a:cubicBezTo>
                <a:cubicBezTo>
                  <a:pt x="2912287" y="3781307"/>
                  <a:pt x="3024229" y="3711464"/>
                  <a:pt x="3150164" y="3669558"/>
                </a:cubicBezTo>
                <a:cubicBezTo>
                  <a:pt x="3164157" y="3662574"/>
                  <a:pt x="3178150" y="3655589"/>
                  <a:pt x="3192142" y="3655589"/>
                </a:cubicBezTo>
                <a:close/>
                <a:moveTo>
                  <a:pt x="2863312" y="1867600"/>
                </a:moveTo>
                <a:cubicBezTo>
                  <a:pt x="2856316" y="1874585"/>
                  <a:pt x="2842323" y="1874585"/>
                  <a:pt x="2835326" y="1881569"/>
                </a:cubicBezTo>
                <a:cubicBezTo>
                  <a:pt x="2772359" y="1902522"/>
                  <a:pt x="2709391" y="1916491"/>
                  <a:pt x="2646424" y="1937444"/>
                </a:cubicBezTo>
                <a:cubicBezTo>
                  <a:pt x="2401550" y="2021256"/>
                  <a:pt x="2170669" y="2126021"/>
                  <a:pt x="1953781" y="2265707"/>
                </a:cubicBezTo>
                <a:cubicBezTo>
                  <a:pt x="1862828" y="2328566"/>
                  <a:pt x="1771875" y="2398410"/>
                  <a:pt x="1687918" y="2482222"/>
                </a:cubicBezTo>
                <a:cubicBezTo>
                  <a:pt x="1659933" y="2510159"/>
                  <a:pt x="1631947" y="2538096"/>
                  <a:pt x="1617954" y="2580002"/>
                </a:cubicBezTo>
                <a:cubicBezTo>
                  <a:pt x="1589969" y="2656830"/>
                  <a:pt x="1624951" y="2740642"/>
                  <a:pt x="1701911" y="2768579"/>
                </a:cubicBezTo>
                <a:cubicBezTo>
                  <a:pt x="1750886" y="2789532"/>
                  <a:pt x="1799861" y="2789532"/>
                  <a:pt x="1848835" y="2775564"/>
                </a:cubicBezTo>
                <a:cubicBezTo>
                  <a:pt x="1890814" y="2761595"/>
                  <a:pt x="1918799" y="2740642"/>
                  <a:pt x="1953781" y="2719689"/>
                </a:cubicBezTo>
                <a:cubicBezTo>
                  <a:pt x="2030741" y="2663814"/>
                  <a:pt x="2114698" y="2600955"/>
                  <a:pt x="2198655" y="2552065"/>
                </a:cubicBezTo>
                <a:cubicBezTo>
                  <a:pt x="2394554" y="2419363"/>
                  <a:pt x="2604445" y="2314598"/>
                  <a:pt x="2835326" y="2237770"/>
                </a:cubicBezTo>
                <a:cubicBezTo>
                  <a:pt x="2842323" y="2237770"/>
                  <a:pt x="2856316" y="2230786"/>
                  <a:pt x="2863312" y="2230786"/>
                </a:cubicBezTo>
                <a:cubicBezTo>
                  <a:pt x="2863312" y="2363488"/>
                  <a:pt x="2863312" y="2496190"/>
                  <a:pt x="2863312" y="2621908"/>
                </a:cubicBezTo>
                <a:cubicBezTo>
                  <a:pt x="2856316" y="2628893"/>
                  <a:pt x="2849319" y="2628893"/>
                  <a:pt x="2842323" y="2635877"/>
                </a:cubicBezTo>
                <a:cubicBezTo>
                  <a:pt x="2387557" y="2810485"/>
                  <a:pt x="2009752" y="3096843"/>
                  <a:pt x="1722900" y="3494950"/>
                </a:cubicBezTo>
                <a:cubicBezTo>
                  <a:pt x="1659933" y="3578762"/>
                  <a:pt x="1603962" y="3669558"/>
                  <a:pt x="1547990" y="3760354"/>
                </a:cubicBezTo>
                <a:cubicBezTo>
                  <a:pt x="1527001" y="3788292"/>
                  <a:pt x="1513008" y="3816229"/>
                  <a:pt x="1513008" y="3844166"/>
                </a:cubicBezTo>
                <a:cubicBezTo>
                  <a:pt x="1513008" y="3934963"/>
                  <a:pt x="1568980" y="4011790"/>
                  <a:pt x="1652936" y="4032743"/>
                </a:cubicBezTo>
                <a:cubicBezTo>
                  <a:pt x="1722900" y="4053696"/>
                  <a:pt x="1778871" y="4032743"/>
                  <a:pt x="1820850" y="3969884"/>
                </a:cubicBezTo>
                <a:cubicBezTo>
                  <a:pt x="1841839" y="3941947"/>
                  <a:pt x="1862828" y="3907025"/>
                  <a:pt x="1883817" y="3879088"/>
                </a:cubicBezTo>
                <a:cubicBezTo>
                  <a:pt x="1981767" y="3739401"/>
                  <a:pt x="2093709" y="3606699"/>
                  <a:pt x="2212648" y="3480981"/>
                </a:cubicBezTo>
                <a:cubicBezTo>
                  <a:pt x="2331586" y="3355263"/>
                  <a:pt x="2457521" y="3243514"/>
                  <a:pt x="2597449" y="3152718"/>
                </a:cubicBezTo>
                <a:cubicBezTo>
                  <a:pt x="2751370" y="3054937"/>
                  <a:pt x="2919283" y="2978109"/>
                  <a:pt x="3094193" y="2929219"/>
                </a:cubicBezTo>
                <a:cubicBezTo>
                  <a:pt x="3192142" y="2901282"/>
                  <a:pt x="3220128" y="2852391"/>
                  <a:pt x="3220128" y="2761595"/>
                </a:cubicBezTo>
                <a:cubicBezTo>
                  <a:pt x="3220128" y="2405394"/>
                  <a:pt x="3220128" y="2049193"/>
                  <a:pt x="3220128" y="1699976"/>
                </a:cubicBezTo>
                <a:cubicBezTo>
                  <a:pt x="3220128" y="1672039"/>
                  <a:pt x="3220128" y="1651086"/>
                  <a:pt x="3213132" y="1630133"/>
                </a:cubicBezTo>
                <a:cubicBezTo>
                  <a:pt x="3213132" y="1602196"/>
                  <a:pt x="3206135" y="1567274"/>
                  <a:pt x="3185146" y="1539337"/>
                </a:cubicBezTo>
                <a:cubicBezTo>
                  <a:pt x="3143168" y="1469493"/>
                  <a:pt x="3052215" y="1441556"/>
                  <a:pt x="2975254" y="1476478"/>
                </a:cubicBezTo>
                <a:cubicBezTo>
                  <a:pt x="2919283" y="1511399"/>
                  <a:pt x="2884301" y="1560290"/>
                  <a:pt x="2870308" y="1623149"/>
                </a:cubicBezTo>
                <a:cubicBezTo>
                  <a:pt x="2870308" y="1651086"/>
                  <a:pt x="2870308" y="1679023"/>
                  <a:pt x="2863312" y="1713945"/>
                </a:cubicBezTo>
                <a:cubicBezTo>
                  <a:pt x="2863312" y="1762835"/>
                  <a:pt x="2863312" y="1818710"/>
                  <a:pt x="2863312" y="1867600"/>
                </a:cubicBezTo>
                <a:close/>
                <a:moveTo>
                  <a:pt x="3877789" y="1867600"/>
                </a:moveTo>
                <a:cubicBezTo>
                  <a:pt x="3877789" y="1853632"/>
                  <a:pt x="3877789" y="1839663"/>
                  <a:pt x="3877789" y="1825694"/>
                </a:cubicBezTo>
                <a:cubicBezTo>
                  <a:pt x="3877789" y="1769820"/>
                  <a:pt x="3877789" y="1713945"/>
                  <a:pt x="3877789" y="1658070"/>
                </a:cubicBezTo>
                <a:cubicBezTo>
                  <a:pt x="3870792" y="1616164"/>
                  <a:pt x="3863796" y="1574258"/>
                  <a:pt x="3835810" y="1539337"/>
                </a:cubicBezTo>
                <a:cubicBezTo>
                  <a:pt x="3793832" y="1483462"/>
                  <a:pt x="3737861" y="1455525"/>
                  <a:pt x="3667897" y="1462509"/>
                </a:cubicBezTo>
                <a:cubicBezTo>
                  <a:pt x="3597933" y="1476478"/>
                  <a:pt x="3555955" y="1518384"/>
                  <a:pt x="3534965" y="1581243"/>
                </a:cubicBezTo>
                <a:cubicBezTo>
                  <a:pt x="3527969" y="1609180"/>
                  <a:pt x="3520973" y="1644102"/>
                  <a:pt x="3520973" y="1679023"/>
                </a:cubicBezTo>
                <a:cubicBezTo>
                  <a:pt x="3520973" y="2042209"/>
                  <a:pt x="3520973" y="2405394"/>
                  <a:pt x="3520973" y="2775564"/>
                </a:cubicBezTo>
                <a:cubicBezTo>
                  <a:pt x="3520973" y="2775564"/>
                  <a:pt x="3520973" y="2782548"/>
                  <a:pt x="3520973" y="2782548"/>
                </a:cubicBezTo>
                <a:cubicBezTo>
                  <a:pt x="3520973" y="2838423"/>
                  <a:pt x="3548958" y="2880329"/>
                  <a:pt x="3597933" y="2901282"/>
                </a:cubicBezTo>
                <a:cubicBezTo>
                  <a:pt x="3618922" y="2915250"/>
                  <a:pt x="3646908" y="2922235"/>
                  <a:pt x="3674893" y="2929219"/>
                </a:cubicBezTo>
                <a:cubicBezTo>
                  <a:pt x="3800828" y="2971125"/>
                  <a:pt x="3926763" y="3020015"/>
                  <a:pt x="4038706" y="3082874"/>
                </a:cubicBezTo>
                <a:cubicBezTo>
                  <a:pt x="4234605" y="3187639"/>
                  <a:pt x="4402518" y="3327326"/>
                  <a:pt x="4542446" y="3487965"/>
                </a:cubicBezTo>
                <a:cubicBezTo>
                  <a:pt x="4682374" y="3634636"/>
                  <a:pt x="4801312" y="3795276"/>
                  <a:pt x="4913255" y="3962900"/>
                </a:cubicBezTo>
                <a:cubicBezTo>
                  <a:pt x="4920251" y="3969884"/>
                  <a:pt x="4927247" y="3983853"/>
                  <a:pt x="4934244" y="3990837"/>
                </a:cubicBezTo>
                <a:cubicBezTo>
                  <a:pt x="4962229" y="4025759"/>
                  <a:pt x="4997211" y="4039728"/>
                  <a:pt x="5039190" y="4039728"/>
                </a:cubicBezTo>
                <a:cubicBezTo>
                  <a:pt x="5179117" y="4039728"/>
                  <a:pt x="5277067" y="3893057"/>
                  <a:pt x="5200107" y="3767339"/>
                </a:cubicBezTo>
                <a:cubicBezTo>
                  <a:pt x="5158128" y="3697495"/>
                  <a:pt x="5123146" y="3634636"/>
                  <a:pt x="5074172" y="3564793"/>
                </a:cubicBezTo>
                <a:cubicBezTo>
                  <a:pt x="4787320" y="3152718"/>
                  <a:pt x="4409514" y="2838423"/>
                  <a:pt x="3940756" y="2649846"/>
                </a:cubicBezTo>
                <a:cubicBezTo>
                  <a:pt x="3919767" y="2642861"/>
                  <a:pt x="3898778" y="2635877"/>
                  <a:pt x="3877789" y="2621908"/>
                </a:cubicBezTo>
                <a:cubicBezTo>
                  <a:pt x="3877789" y="2489206"/>
                  <a:pt x="3877789" y="2363488"/>
                  <a:pt x="3877789" y="2230786"/>
                </a:cubicBezTo>
                <a:cubicBezTo>
                  <a:pt x="3884785" y="2230786"/>
                  <a:pt x="3884785" y="2230786"/>
                  <a:pt x="3884785" y="2230786"/>
                </a:cubicBezTo>
                <a:cubicBezTo>
                  <a:pt x="3898778" y="2237770"/>
                  <a:pt x="3905774" y="2237770"/>
                  <a:pt x="3912771" y="2237770"/>
                </a:cubicBezTo>
                <a:cubicBezTo>
                  <a:pt x="4164641" y="2321582"/>
                  <a:pt x="4402518" y="2447300"/>
                  <a:pt x="4619406" y="2600955"/>
                </a:cubicBezTo>
                <a:cubicBezTo>
                  <a:pt x="4682374" y="2642861"/>
                  <a:pt x="4745341" y="2691752"/>
                  <a:pt x="4815305" y="2733658"/>
                </a:cubicBezTo>
                <a:cubicBezTo>
                  <a:pt x="4864280" y="2775564"/>
                  <a:pt x="4920251" y="2789532"/>
                  <a:pt x="4983218" y="2782548"/>
                </a:cubicBezTo>
                <a:cubicBezTo>
                  <a:pt x="5102157" y="2775564"/>
                  <a:pt x="5165125" y="2663814"/>
                  <a:pt x="5116150" y="2559049"/>
                </a:cubicBezTo>
                <a:cubicBezTo>
                  <a:pt x="5095161" y="2524128"/>
                  <a:pt x="5074172" y="2496190"/>
                  <a:pt x="5053182" y="2475237"/>
                </a:cubicBezTo>
                <a:cubicBezTo>
                  <a:pt x="4934244" y="2356504"/>
                  <a:pt x="4794316" y="2265707"/>
                  <a:pt x="4654388" y="2181895"/>
                </a:cubicBezTo>
                <a:cubicBezTo>
                  <a:pt x="4451493" y="2070146"/>
                  <a:pt x="4241601" y="1986334"/>
                  <a:pt x="4017716" y="1916491"/>
                </a:cubicBezTo>
                <a:cubicBezTo>
                  <a:pt x="3975738" y="1895538"/>
                  <a:pt x="3926763" y="1881569"/>
                  <a:pt x="3877789" y="1867600"/>
                </a:cubicBezTo>
                <a:close/>
              </a:path>
            </a:pathLst>
          </a:custGeom>
          <a:solidFill>
            <a:schemeClr val="accent1"/>
          </a:solidFill>
          <a:ln>
            <a:noFill/>
          </a:ln>
        </p:spPr>
      </p:sp>
    </p:spTree>
    <p:extLst>
      <p:ext uri="{BB962C8B-B14F-4D97-AF65-F5344CB8AC3E}">
        <p14:creationId xmlns:p14="http://schemas.microsoft.com/office/powerpoint/2010/main" val="3976500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目录-5部分">
    <p:spTree>
      <p:nvGrpSpPr>
        <p:cNvPr id="1" name=""/>
        <p:cNvGrpSpPr/>
        <p:nvPr/>
      </p:nvGrpSpPr>
      <p:grpSpPr>
        <a:xfrm>
          <a:off x="0" y="0"/>
          <a:ext cx="0" cy="0"/>
          <a:chOff x="0" y="0"/>
          <a:chExt cx="0" cy="0"/>
        </a:xfrm>
      </p:grpSpPr>
      <p:sp>
        <p:nvSpPr>
          <p:cNvPr id="6" name="矩形 5"/>
          <p:cNvSpPr/>
          <p:nvPr/>
        </p:nvSpPr>
        <p:spPr>
          <a:xfrm>
            <a:off x="-1" y="0"/>
            <a:ext cx="6096001" cy="6858000"/>
          </a:xfrm>
          <a:prstGeom prst="rect">
            <a:avLst/>
          </a:prstGeom>
          <a:solidFill>
            <a:schemeClr val="accent1"/>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sp>
        <p:nvSpPr>
          <p:cNvPr id="71" name="矩形 70"/>
          <p:cNvSpPr/>
          <p:nvPr/>
        </p:nvSpPr>
        <p:spPr>
          <a:xfrm>
            <a:off x="589281" y="476251"/>
            <a:ext cx="11013440" cy="5905500"/>
          </a:xfrm>
          <a:prstGeom prst="rect">
            <a:avLst/>
          </a:prstGeom>
          <a:solidFill>
            <a:schemeClr val="bg1"/>
          </a:solidFill>
          <a:ln>
            <a:noFill/>
          </a:ln>
          <a:effectLst>
            <a:glow rad="101600">
              <a:schemeClr val="tx1">
                <a:alpha val="10000"/>
              </a:schemeClr>
            </a:glow>
          </a:effectLst>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pic>
        <p:nvPicPr>
          <p:cNvPr id="35" name="图形 34"/>
          <p:cNvPicPr>
            <a:picLocks noChangeAspect="1"/>
          </p:cNvPicPr>
          <p:nvPr/>
        </p:nvPicPr>
        <p:blipFill>
          <a:blip r:embed="rId2"/>
          <a:stretch>
            <a:fillRect/>
          </a:stretch>
        </p:blipFill>
        <p:spPr>
          <a:xfrm>
            <a:off x="-1601832" y="3365787"/>
            <a:ext cx="6665290" cy="4818286"/>
          </a:xfrm>
          <a:prstGeom prst="rect">
            <a:avLst/>
          </a:prstGeom>
        </p:spPr>
      </p:pic>
      <p:grpSp>
        <p:nvGrpSpPr>
          <p:cNvPr id="8" name="组合 7"/>
          <p:cNvGrpSpPr/>
          <p:nvPr/>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lvl="0" algn="l" defTabSz="914400">
                <a:lnSpc>
                  <a:spcPct val="90000"/>
                </a:lnSpc>
                <a:spcBef>
                  <a:spcPct val="0"/>
                </a:spcBef>
                <a:buNone/>
                <a:defRPr sz="2800" b="1" kern="1200">
                  <a:solidFill>
                    <a:srgbClr val="0070C0"/>
                  </a:solidFill>
                  <a:latin typeface="Arial" panose="020B0604020202020204"/>
                  <a:ea typeface="微软雅黑" panose="020B0503020204020204" charset="-122"/>
                </a:defRPr>
              </a:lvl1pPr>
            </a:lstStyle>
            <a:p>
              <a:pPr marL="0" lvl="0" indent="0" algn="ctr" defTabSz="914400">
                <a:lnSpc>
                  <a:spcPct val="90000"/>
                </a:lnSpc>
                <a:spcBef>
                  <a:spcPct val="0"/>
                </a:spcBef>
                <a:spcAft>
                  <a:spcPts val="0"/>
                </a:spcAft>
                <a:buClrTx/>
                <a:buSzTx/>
                <a:buFontTx/>
                <a:buNone/>
              </a:pPr>
              <a:r>
                <a:rPr lang="zh-CN" sz="5400" b="1" i="0" u="none" strike="noStrike" kern="2200" spc="0" baseline="0">
                  <a:solidFill>
                    <a:schemeClr val="accent1"/>
                  </a:solidFill>
                  <a:latin typeface="Arial" panose="020B0604020202020204"/>
                  <a:ea typeface="微软雅黑" panose="020B0503020204020204" charset="-122"/>
                </a:rPr>
                <a:t>目  录</a:t>
              </a:r>
              <a:endParaRPr lang="en-US" sz="5400" b="1" i="0" u="none" strike="noStrike" kern="2200" spc="0" baseline="0">
                <a:solidFill>
                  <a:schemeClr val="accent1"/>
                </a:solidFill>
                <a:latin typeface="Arial" panose="020B0604020202020204"/>
                <a:ea typeface="微软雅黑" panose="020B0503020204020204" charset="-122"/>
              </a:endParaRPr>
            </a:p>
          </p:txBody>
        </p:sp>
        <p:sp>
          <p:nvSpPr>
            <p:cNvPr id="10" name="文本框 9"/>
            <p:cNvSpPr txBox="1"/>
            <p:nvPr/>
          </p:nvSpPr>
          <p:spPr>
            <a:xfrm>
              <a:off x="2389402" y="2078629"/>
              <a:ext cx="2168084" cy="830997"/>
            </a:xfrm>
            <a:prstGeom prst="rect">
              <a:avLst/>
            </a:prstGeom>
            <a:noFill/>
          </p:spPr>
          <p:txBody>
            <a:bodyPr wrap="square">
              <a:spAutoFit/>
            </a:bodyPr>
            <a:lstStyle/>
            <a:p>
              <a:pPr marL="0" lvl="0" indent="0" algn="l" defTabSz="914400">
                <a:lnSpc>
                  <a:spcPct val="100000"/>
                </a:lnSpc>
                <a:spcBef>
                  <a:spcPts val="0"/>
                </a:spcBef>
                <a:spcAft>
                  <a:spcPts val="0"/>
                </a:spcAft>
                <a:buClrTx/>
                <a:buSzTx/>
                <a:buFontTx/>
                <a:buNone/>
              </a:pPr>
              <a:r>
                <a:rPr lang="en-US" sz="2400" b="0" i="0" u="none" strike="noStrike" kern="2200" spc="-20" baseline="0">
                  <a:solidFill>
                    <a:schemeClr val="accent1"/>
                  </a:solidFill>
                  <a:latin typeface="Arial" panose="020B0604020202020204"/>
                  <a:ea typeface="微软雅黑" panose="020B0503020204020204" charset="-122"/>
                </a:rPr>
                <a:t>CONTENTS</a:t>
              </a:r>
              <a:endParaRPr lang="zh-CN" sz="2400" b="0" i="0" u="none" strike="noStrike" kern="2200" spc="-20" baseline="0">
                <a:solidFill>
                  <a:schemeClr val="accent1"/>
                </a:solidFill>
                <a:latin typeface="Arial" panose="020B0604020202020204"/>
                <a:ea typeface="微软雅黑" panose="020B0503020204020204" charset="-122"/>
              </a:endParaRPr>
            </a:p>
            <a:p>
              <a:pPr marL="0" lvl="0" indent="0" algn="l" defTabSz="914400">
                <a:lnSpc>
                  <a:spcPct val="100000"/>
                </a:lnSpc>
                <a:spcBef>
                  <a:spcPts val="0"/>
                </a:spcBef>
                <a:spcAft>
                  <a:spcPts val="0"/>
                </a:spcAft>
                <a:buClrTx/>
                <a:buSzTx/>
                <a:buFontTx/>
                <a:buNone/>
              </a:pPr>
              <a:endParaRPr lang="zh-CN" sz="2400" b="0" i="0" u="none" strike="noStrike" kern="1200" spc="-20" baseline="0">
                <a:solidFill>
                  <a:schemeClr val="accent1"/>
                </a:solidFill>
                <a:latin typeface="Arial" panose="020B0604020202020204"/>
                <a:ea typeface="微软雅黑" panose="020B0503020204020204" charset="-122"/>
              </a:endParaRPr>
            </a:p>
          </p:txBody>
        </p:sp>
      </p:grpSp>
      <p:sp>
        <p:nvSpPr>
          <p:cNvPr id="41" name="文本占位符 40"/>
          <p:cNvSpPr>
            <a:spLocks noGrp="1"/>
          </p:cNvSpPr>
          <p:nvPr>
            <p:ph type="body" idx="10" hasCustomPrompt="1"/>
          </p:nvPr>
        </p:nvSpPr>
        <p:spPr>
          <a:xfrm>
            <a:off x="7819905" y="1408752"/>
            <a:ext cx="307161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2" name="文本占位符 40"/>
          <p:cNvSpPr>
            <a:spLocks noGrp="1"/>
          </p:cNvSpPr>
          <p:nvPr>
            <p:ph type="body" idx="11" hasCustomPrompt="1"/>
          </p:nvPr>
        </p:nvSpPr>
        <p:spPr>
          <a:xfrm>
            <a:off x="7819905" y="2302202"/>
            <a:ext cx="307161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3" name="文本占位符 40"/>
          <p:cNvSpPr>
            <a:spLocks noGrp="1"/>
          </p:cNvSpPr>
          <p:nvPr>
            <p:ph type="body" idx="12" hasCustomPrompt="1"/>
          </p:nvPr>
        </p:nvSpPr>
        <p:spPr>
          <a:xfrm>
            <a:off x="7819905" y="3195652"/>
            <a:ext cx="307161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4" name="文本占位符 40"/>
          <p:cNvSpPr>
            <a:spLocks noGrp="1"/>
          </p:cNvSpPr>
          <p:nvPr>
            <p:ph type="body" idx="13" hasCustomPrompt="1"/>
          </p:nvPr>
        </p:nvSpPr>
        <p:spPr>
          <a:xfrm>
            <a:off x="7819905" y="4982551"/>
            <a:ext cx="307161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36" name="文本占位符 40"/>
          <p:cNvSpPr>
            <a:spLocks noGrp="1"/>
          </p:cNvSpPr>
          <p:nvPr>
            <p:ph type="body" idx="14" hasCustomPrompt="1"/>
          </p:nvPr>
        </p:nvSpPr>
        <p:spPr>
          <a:xfrm>
            <a:off x="7819905" y="4089102"/>
            <a:ext cx="307161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2" name="文本框 1"/>
          <p:cNvSpPr txBox="1"/>
          <p:nvPr/>
        </p:nvSpPr>
        <p:spPr>
          <a:xfrm>
            <a:off x="6809256" y="1360204"/>
            <a:ext cx="675822" cy="584775"/>
          </a:xfrm>
          <a:prstGeom prst="rect">
            <a:avLst/>
          </a:prstGeom>
          <a:noFill/>
        </p:spPr>
        <p:txBody>
          <a:bodyPr wrap="square">
            <a:spAutoFit/>
          </a:bodyPr>
          <a:lstStyle/>
          <a:p>
            <a:r>
              <a:rPr lang="en-US" sz="3200" b="1">
                <a:solidFill>
                  <a:srgbClr val="9A0001"/>
                </a:solidFill>
              </a:rPr>
              <a:t>01.</a:t>
            </a:r>
            <a:endParaRPr lang="zh-CN" sz="3200" b="1">
              <a:solidFill>
                <a:srgbClr val="9A0001"/>
              </a:solidFill>
            </a:endParaRPr>
          </a:p>
        </p:txBody>
      </p:sp>
      <p:sp>
        <p:nvSpPr>
          <p:cNvPr id="39" name="文本框 38"/>
          <p:cNvSpPr txBox="1"/>
          <p:nvPr/>
        </p:nvSpPr>
        <p:spPr>
          <a:xfrm>
            <a:off x="6809256" y="2253654"/>
            <a:ext cx="675822" cy="584775"/>
          </a:xfrm>
          <a:prstGeom prst="rect">
            <a:avLst/>
          </a:prstGeom>
          <a:noFill/>
        </p:spPr>
        <p:txBody>
          <a:bodyPr wrap="square">
            <a:spAutoFit/>
          </a:bodyPr>
          <a:lstStyle/>
          <a:p>
            <a:r>
              <a:rPr lang="en-US" sz="3200" b="1">
                <a:solidFill>
                  <a:srgbClr val="9A0001"/>
                </a:solidFill>
              </a:rPr>
              <a:t>02.</a:t>
            </a:r>
            <a:endParaRPr lang="zh-CN" sz="3200" b="1">
              <a:solidFill>
                <a:srgbClr val="9A0001"/>
              </a:solidFill>
            </a:endParaRPr>
          </a:p>
        </p:txBody>
      </p:sp>
      <p:sp>
        <p:nvSpPr>
          <p:cNvPr id="40" name="文本框 39"/>
          <p:cNvSpPr txBox="1"/>
          <p:nvPr/>
        </p:nvSpPr>
        <p:spPr>
          <a:xfrm>
            <a:off x="6809256" y="3148379"/>
            <a:ext cx="675822" cy="584775"/>
          </a:xfrm>
          <a:prstGeom prst="rect">
            <a:avLst/>
          </a:prstGeom>
          <a:noFill/>
        </p:spPr>
        <p:txBody>
          <a:bodyPr wrap="square">
            <a:spAutoFit/>
          </a:bodyPr>
          <a:lstStyle/>
          <a:p>
            <a:r>
              <a:rPr lang="en-US" sz="3200" b="1">
                <a:solidFill>
                  <a:srgbClr val="9A0001"/>
                </a:solidFill>
              </a:rPr>
              <a:t>03.</a:t>
            </a:r>
            <a:endParaRPr lang="zh-CN" sz="3200" b="1">
              <a:solidFill>
                <a:srgbClr val="9A0001"/>
              </a:solidFill>
            </a:endParaRPr>
          </a:p>
        </p:txBody>
      </p:sp>
      <p:sp>
        <p:nvSpPr>
          <p:cNvPr id="45" name="文本框 44"/>
          <p:cNvSpPr txBox="1"/>
          <p:nvPr/>
        </p:nvSpPr>
        <p:spPr>
          <a:xfrm>
            <a:off x="6809256" y="4021629"/>
            <a:ext cx="675822" cy="584775"/>
          </a:xfrm>
          <a:prstGeom prst="rect">
            <a:avLst/>
          </a:prstGeom>
          <a:noFill/>
        </p:spPr>
        <p:txBody>
          <a:bodyPr wrap="square">
            <a:spAutoFit/>
          </a:bodyPr>
          <a:lstStyle/>
          <a:p>
            <a:r>
              <a:rPr lang="en-US" sz="3200" b="1">
                <a:solidFill>
                  <a:srgbClr val="9A0001"/>
                </a:solidFill>
              </a:rPr>
              <a:t>04.</a:t>
            </a:r>
            <a:endParaRPr lang="zh-CN" sz="3200" b="1">
              <a:solidFill>
                <a:srgbClr val="9A0001"/>
              </a:solidFill>
            </a:endParaRPr>
          </a:p>
        </p:txBody>
      </p:sp>
      <p:sp>
        <p:nvSpPr>
          <p:cNvPr id="46" name="文本框 45"/>
          <p:cNvSpPr txBox="1"/>
          <p:nvPr/>
        </p:nvSpPr>
        <p:spPr>
          <a:xfrm>
            <a:off x="6809256" y="4921514"/>
            <a:ext cx="675822" cy="584775"/>
          </a:xfrm>
          <a:prstGeom prst="rect">
            <a:avLst/>
          </a:prstGeom>
          <a:noFill/>
        </p:spPr>
        <p:txBody>
          <a:bodyPr wrap="square">
            <a:spAutoFit/>
          </a:bodyPr>
          <a:lstStyle/>
          <a:p>
            <a:r>
              <a:rPr lang="en-US" sz="3200" b="1">
                <a:solidFill>
                  <a:srgbClr val="9A0001"/>
                </a:solidFill>
              </a:rPr>
              <a:t>05.</a:t>
            </a:r>
            <a:endParaRPr lang="zh-CN" sz="3200" b="1">
              <a:solidFill>
                <a:srgbClr val="9A0001"/>
              </a:solidFill>
            </a:endParaRPr>
          </a:p>
        </p:txBody>
      </p:sp>
      <p:sp>
        <p:nvSpPr>
          <p:cNvPr id="47" name="组合 46"/>
          <p:cNvSpPr/>
          <p:nvPr/>
        </p:nvSpPr>
        <p:spPr>
          <a:xfrm>
            <a:off x="2425132" y="3183822"/>
            <a:ext cx="1945700" cy="1941162"/>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2" y="3362248"/>
                </a:moveTo>
                <a:cubicBezTo>
                  <a:pt x="5654872" y="4612443"/>
                  <a:pt x="4633399" y="5639140"/>
                  <a:pt x="3374049" y="5639140"/>
                </a:cubicBezTo>
                <a:cubicBezTo>
                  <a:pt x="2121694" y="5639140"/>
                  <a:pt x="1093225" y="4626412"/>
                  <a:pt x="1093225" y="3362248"/>
                </a:cubicBezTo>
                <a:cubicBezTo>
                  <a:pt x="1093225" y="2105068"/>
                  <a:pt x="2114698" y="1085355"/>
                  <a:pt x="3374049" y="1085355"/>
                </a:cubicBezTo>
                <a:cubicBezTo>
                  <a:pt x="4633399" y="1085355"/>
                  <a:pt x="5654872" y="2112052"/>
                  <a:pt x="5654872" y="3362248"/>
                </a:cubicBezTo>
                <a:close/>
                <a:moveTo>
                  <a:pt x="3192142" y="3655589"/>
                </a:moveTo>
                <a:cubicBezTo>
                  <a:pt x="3192142" y="3669558"/>
                  <a:pt x="3192142" y="3676542"/>
                  <a:pt x="3192142" y="3690511"/>
                </a:cubicBezTo>
                <a:cubicBezTo>
                  <a:pt x="3192142" y="3774323"/>
                  <a:pt x="3192142" y="3851151"/>
                  <a:pt x="3192142" y="3934963"/>
                </a:cubicBezTo>
                <a:cubicBezTo>
                  <a:pt x="3192142" y="3941947"/>
                  <a:pt x="3192142" y="3948931"/>
                  <a:pt x="3192142" y="3955916"/>
                </a:cubicBezTo>
                <a:cubicBezTo>
                  <a:pt x="3192142" y="3997822"/>
                  <a:pt x="3171153" y="4032743"/>
                  <a:pt x="3136171" y="4053696"/>
                </a:cubicBezTo>
                <a:cubicBezTo>
                  <a:pt x="3122178" y="4060681"/>
                  <a:pt x="3108186" y="4074649"/>
                  <a:pt x="3087196" y="4081634"/>
                </a:cubicBezTo>
                <a:cubicBezTo>
                  <a:pt x="2961261" y="4165446"/>
                  <a:pt x="2856316" y="4277195"/>
                  <a:pt x="2765362" y="4402913"/>
                </a:cubicBezTo>
                <a:cubicBezTo>
                  <a:pt x="2667413" y="4549584"/>
                  <a:pt x="2604445" y="4717208"/>
                  <a:pt x="2562467" y="4884832"/>
                </a:cubicBezTo>
                <a:cubicBezTo>
                  <a:pt x="2555471" y="4919754"/>
                  <a:pt x="2548474" y="4947691"/>
                  <a:pt x="2548474" y="4982613"/>
                </a:cubicBezTo>
                <a:cubicBezTo>
                  <a:pt x="2541478" y="5073409"/>
                  <a:pt x="2597449" y="5143252"/>
                  <a:pt x="2688402" y="5157221"/>
                </a:cubicBezTo>
                <a:cubicBezTo>
                  <a:pt x="2765362" y="5171190"/>
                  <a:pt x="2856316" y="5143252"/>
                  <a:pt x="2884301" y="5038487"/>
                </a:cubicBezTo>
                <a:cubicBezTo>
                  <a:pt x="2884301" y="5031503"/>
                  <a:pt x="2891298" y="5017534"/>
                  <a:pt x="2891298" y="5010550"/>
                </a:cubicBezTo>
                <a:cubicBezTo>
                  <a:pt x="2912287" y="4961660"/>
                  <a:pt x="2926279" y="4905785"/>
                  <a:pt x="2940272" y="4856895"/>
                </a:cubicBezTo>
                <a:cubicBezTo>
                  <a:pt x="2982251" y="4738161"/>
                  <a:pt x="3038222" y="4633396"/>
                  <a:pt x="3115182" y="4528631"/>
                </a:cubicBezTo>
                <a:cubicBezTo>
                  <a:pt x="3157160" y="4472756"/>
                  <a:pt x="3213132" y="4423866"/>
                  <a:pt x="3276099" y="4388944"/>
                </a:cubicBezTo>
                <a:cubicBezTo>
                  <a:pt x="3339067" y="4354023"/>
                  <a:pt x="3402034" y="4354023"/>
                  <a:pt x="3465002" y="4388944"/>
                </a:cubicBezTo>
                <a:cubicBezTo>
                  <a:pt x="3478994" y="4395929"/>
                  <a:pt x="3499984" y="4402913"/>
                  <a:pt x="3513976" y="4416882"/>
                </a:cubicBezTo>
                <a:cubicBezTo>
                  <a:pt x="3576944" y="4458788"/>
                  <a:pt x="3625919" y="4514662"/>
                  <a:pt x="3667897" y="4577521"/>
                </a:cubicBezTo>
                <a:cubicBezTo>
                  <a:pt x="3737861" y="4689271"/>
                  <a:pt x="3786836" y="4808004"/>
                  <a:pt x="3821818" y="4926738"/>
                </a:cubicBezTo>
                <a:cubicBezTo>
                  <a:pt x="3835810" y="4968644"/>
                  <a:pt x="3849803" y="5017534"/>
                  <a:pt x="3863796" y="5059440"/>
                </a:cubicBezTo>
                <a:cubicBezTo>
                  <a:pt x="3884785" y="5108331"/>
                  <a:pt x="3912771" y="5136268"/>
                  <a:pt x="3961745" y="5150237"/>
                </a:cubicBezTo>
                <a:cubicBezTo>
                  <a:pt x="4066691" y="5192143"/>
                  <a:pt x="4213615" y="5115315"/>
                  <a:pt x="4192626" y="4961660"/>
                </a:cubicBezTo>
                <a:cubicBezTo>
                  <a:pt x="4185630" y="4912769"/>
                  <a:pt x="4171637" y="4870863"/>
                  <a:pt x="4164641" y="4828957"/>
                </a:cubicBezTo>
                <a:cubicBezTo>
                  <a:pt x="4122662" y="4682286"/>
                  <a:pt x="4073688" y="4549584"/>
                  <a:pt x="3989731" y="4423866"/>
                </a:cubicBezTo>
                <a:cubicBezTo>
                  <a:pt x="3891781" y="4270211"/>
                  <a:pt x="3765846" y="4151477"/>
                  <a:pt x="3611926" y="4053696"/>
                </a:cubicBezTo>
                <a:cubicBezTo>
                  <a:pt x="3569947" y="4032743"/>
                  <a:pt x="3548958" y="3997822"/>
                  <a:pt x="3548958" y="3948931"/>
                </a:cubicBezTo>
                <a:cubicBezTo>
                  <a:pt x="3548958" y="3858135"/>
                  <a:pt x="3548958" y="3774323"/>
                  <a:pt x="3548958" y="3683527"/>
                </a:cubicBezTo>
                <a:cubicBezTo>
                  <a:pt x="3548958" y="3676542"/>
                  <a:pt x="3548958" y="3669558"/>
                  <a:pt x="3555955" y="3655589"/>
                </a:cubicBezTo>
                <a:cubicBezTo>
                  <a:pt x="3569947" y="3655589"/>
                  <a:pt x="3576944" y="3662574"/>
                  <a:pt x="3590937" y="3662574"/>
                </a:cubicBezTo>
                <a:cubicBezTo>
                  <a:pt x="3723868" y="3711464"/>
                  <a:pt x="3835810" y="3781307"/>
                  <a:pt x="3933760" y="3879088"/>
                </a:cubicBezTo>
                <a:cubicBezTo>
                  <a:pt x="4066691" y="3997822"/>
                  <a:pt x="4164641" y="4137508"/>
                  <a:pt x="4262590" y="4291164"/>
                </a:cubicBezTo>
                <a:cubicBezTo>
                  <a:pt x="4325558" y="4402913"/>
                  <a:pt x="4388525" y="4521647"/>
                  <a:pt x="4444496" y="4640380"/>
                </a:cubicBezTo>
                <a:cubicBezTo>
                  <a:pt x="4458489" y="4675302"/>
                  <a:pt x="4479478" y="4703239"/>
                  <a:pt x="4514460" y="4731177"/>
                </a:cubicBezTo>
                <a:cubicBezTo>
                  <a:pt x="4549442" y="4759114"/>
                  <a:pt x="4598417" y="4780067"/>
                  <a:pt x="4647392" y="4766098"/>
                </a:cubicBezTo>
                <a:cubicBezTo>
                  <a:pt x="4717356" y="4745145"/>
                  <a:pt x="4759334" y="4703239"/>
                  <a:pt x="4773327" y="4633396"/>
                </a:cubicBezTo>
                <a:cubicBezTo>
                  <a:pt x="4787320" y="4577521"/>
                  <a:pt x="4780323" y="4528631"/>
                  <a:pt x="4759334" y="4479741"/>
                </a:cubicBezTo>
                <a:cubicBezTo>
                  <a:pt x="4731348" y="4416882"/>
                  <a:pt x="4703363" y="4361007"/>
                  <a:pt x="4675377" y="4298148"/>
                </a:cubicBezTo>
                <a:cubicBezTo>
                  <a:pt x="4577428" y="4081634"/>
                  <a:pt x="4451493" y="3879088"/>
                  <a:pt x="4283579" y="3704480"/>
                </a:cubicBezTo>
                <a:cubicBezTo>
                  <a:pt x="4115666" y="3536856"/>
                  <a:pt x="3926763" y="3411138"/>
                  <a:pt x="3702879" y="3334310"/>
                </a:cubicBezTo>
                <a:cubicBezTo>
                  <a:pt x="3653904" y="3320342"/>
                  <a:pt x="3604929" y="3306373"/>
                  <a:pt x="3548958" y="3292404"/>
                </a:cubicBezTo>
                <a:cubicBezTo>
                  <a:pt x="3548958" y="3264467"/>
                  <a:pt x="3548958" y="3236530"/>
                  <a:pt x="3548958" y="3208592"/>
                </a:cubicBezTo>
                <a:cubicBezTo>
                  <a:pt x="3541962" y="3166686"/>
                  <a:pt x="3534965" y="3117796"/>
                  <a:pt x="3506980" y="3082874"/>
                </a:cubicBezTo>
                <a:cubicBezTo>
                  <a:pt x="3437016" y="2978109"/>
                  <a:pt x="3304085" y="2978109"/>
                  <a:pt x="3234121" y="3082874"/>
                </a:cubicBezTo>
                <a:cubicBezTo>
                  <a:pt x="3206135" y="3124780"/>
                  <a:pt x="3199139" y="3173671"/>
                  <a:pt x="3199139" y="3215577"/>
                </a:cubicBezTo>
                <a:cubicBezTo>
                  <a:pt x="3192142" y="3243514"/>
                  <a:pt x="3192142" y="3264467"/>
                  <a:pt x="3192142" y="3292404"/>
                </a:cubicBezTo>
                <a:cubicBezTo>
                  <a:pt x="3185146" y="3299389"/>
                  <a:pt x="3178150" y="3299389"/>
                  <a:pt x="3164157" y="3299389"/>
                </a:cubicBezTo>
                <a:cubicBezTo>
                  <a:pt x="2940272" y="3355263"/>
                  <a:pt x="2737377" y="3453044"/>
                  <a:pt x="2562467" y="3606699"/>
                </a:cubicBezTo>
                <a:cubicBezTo>
                  <a:pt x="2429536" y="3725433"/>
                  <a:pt x="2317593" y="3865119"/>
                  <a:pt x="2219644" y="4018775"/>
                </a:cubicBezTo>
                <a:cubicBezTo>
                  <a:pt x="2128691" y="4158461"/>
                  <a:pt x="2058727" y="4312117"/>
                  <a:pt x="1988763" y="4458788"/>
                </a:cubicBezTo>
                <a:cubicBezTo>
                  <a:pt x="1974770" y="4507678"/>
                  <a:pt x="1960777" y="4556568"/>
                  <a:pt x="1967774" y="4605459"/>
                </a:cubicBezTo>
                <a:cubicBezTo>
                  <a:pt x="1974770" y="4682286"/>
                  <a:pt x="2002756" y="4731177"/>
                  <a:pt x="2072720" y="4759114"/>
                </a:cubicBezTo>
                <a:cubicBezTo>
                  <a:pt x="2142684" y="4787051"/>
                  <a:pt x="2205651" y="4759114"/>
                  <a:pt x="2247630" y="4710224"/>
                </a:cubicBezTo>
                <a:cubicBezTo>
                  <a:pt x="2268619" y="4689271"/>
                  <a:pt x="2282611" y="4661333"/>
                  <a:pt x="2296604" y="4640380"/>
                </a:cubicBezTo>
                <a:cubicBezTo>
                  <a:pt x="2359572" y="4528631"/>
                  <a:pt x="2415543" y="4409897"/>
                  <a:pt x="2478510" y="4305132"/>
                </a:cubicBezTo>
                <a:cubicBezTo>
                  <a:pt x="2569464" y="4144493"/>
                  <a:pt x="2681406" y="3997822"/>
                  <a:pt x="2814337" y="3872104"/>
                </a:cubicBezTo>
                <a:cubicBezTo>
                  <a:pt x="2912287" y="3781307"/>
                  <a:pt x="3024229" y="3711464"/>
                  <a:pt x="3150164" y="3669558"/>
                </a:cubicBezTo>
                <a:cubicBezTo>
                  <a:pt x="3164157" y="3662574"/>
                  <a:pt x="3178150" y="3655589"/>
                  <a:pt x="3192142" y="3655589"/>
                </a:cubicBezTo>
                <a:close/>
                <a:moveTo>
                  <a:pt x="2863312" y="1867600"/>
                </a:moveTo>
                <a:cubicBezTo>
                  <a:pt x="2856316" y="1874585"/>
                  <a:pt x="2842323" y="1874585"/>
                  <a:pt x="2835326" y="1881569"/>
                </a:cubicBezTo>
                <a:cubicBezTo>
                  <a:pt x="2772359" y="1902522"/>
                  <a:pt x="2709391" y="1916491"/>
                  <a:pt x="2646424" y="1937444"/>
                </a:cubicBezTo>
                <a:cubicBezTo>
                  <a:pt x="2401550" y="2021256"/>
                  <a:pt x="2170669" y="2126021"/>
                  <a:pt x="1953781" y="2265707"/>
                </a:cubicBezTo>
                <a:cubicBezTo>
                  <a:pt x="1862828" y="2328566"/>
                  <a:pt x="1771875" y="2398410"/>
                  <a:pt x="1687918" y="2482222"/>
                </a:cubicBezTo>
                <a:cubicBezTo>
                  <a:pt x="1659933" y="2510159"/>
                  <a:pt x="1631947" y="2538096"/>
                  <a:pt x="1617954" y="2580002"/>
                </a:cubicBezTo>
                <a:cubicBezTo>
                  <a:pt x="1589969" y="2656830"/>
                  <a:pt x="1624951" y="2740642"/>
                  <a:pt x="1701911" y="2768579"/>
                </a:cubicBezTo>
                <a:cubicBezTo>
                  <a:pt x="1750886" y="2789532"/>
                  <a:pt x="1799861" y="2789532"/>
                  <a:pt x="1848835" y="2775564"/>
                </a:cubicBezTo>
                <a:cubicBezTo>
                  <a:pt x="1890814" y="2761595"/>
                  <a:pt x="1918799" y="2740642"/>
                  <a:pt x="1953781" y="2719689"/>
                </a:cubicBezTo>
                <a:cubicBezTo>
                  <a:pt x="2030741" y="2663814"/>
                  <a:pt x="2114698" y="2600955"/>
                  <a:pt x="2198655" y="2552065"/>
                </a:cubicBezTo>
                <a:cubicBezTo>
                  <a:pt x="2394554" y="2419363"/>
                  <a:pt x="2604445" y="2314598"/>
                  <a:pt x="2835326" y="2237770"/>
                </a:cubicBezTo>
                <a:cubicBezTo>
                  <a:pt x="2842323" y="2237770"/>
                  <a:pt x="2856316" y="2230786"/>
                  <a:pt x="2863312" y="2230786"/>
                </a:cubicBezTo>
                <a:cubicBezTo>
                  <a:pt x="2863312" y="2363488"/>
                  <a:pt x="2863312" y="2496190"/>
                  <a:pt x="2863312" y="2621908"/>
                </a:cubicBezTo>
                <a:cubicBezTo>
                  <a:pt x="2856316" y="2628893"/>
                  <a:pt x="2849319" y="2628893"/>
                  <a:pt x="2842323" y="2635877"/>
                </a:cubicBezTo>
                <a:cubicBezTo>
                  <a:pt x="2387557" y="2810485"/>
                  <a:pt x="2009752" y="3096843"/>
                  <a:pt x="1722900" y="3494950"/>
                </a:cubicBezTo>
                <a:cubicBezTo>
                  <a:pt x="1659933" y="3578762"/>
                  <a:pt x="1603962" y="3669558"/>
                  <a:pt x="1547990" y="3760354"/>
                </a:cubicBezTo>
                <a:cubicBezTo>
                  <a:pt x="1527001" y="3788292"/>
                  <a:pt x="1513008" y="3816229"/>
                  <a:pt x="1513008" y="3844166"/>
                </a:cubicBezTo>
                <a:cubicBezTo>
                  <a:pt x="1513008" y="3934963"/>
                  <a:pt x="1568980" y="4011790"/>
                  <a:pt x="1652936" y="4032743"/>
                </a:cubicBezTo>
                <a:cubicBezTo>
                  <a:pt x="1722900" y="4053696"/>
                  <a:pt x="1778871" y="4032743"/>
                  <a:pt x="1820850" y="3969884"/>
                </a:cubicBezTo>
                <a:cubicBezTo>
                  <a:pt x="1841839" y="3941947"/>
                  <a:pt x="1862828" y="3907025"/>
                  <a:pt x="1883817" y="3879088"/>
                </a:cubicBezTo>
                <a:cubicBezTo>
                  <a:pt x="1981767" y="3739401"/>
                  <a:pt x="2093709" y="3606699"/>
                  <a:pt x="2212648" y="3480981"/>
                </a:cubicBezTo>
                <a:cubicBezTo>
                  <a:pt x="2331586" y="3355263"/>
                  <a:pt x="2457521" y="3243514"/>
                  <a:pt x="2597449" y="3152718"/>
                </a:cubicBezTo>
                <a:cubicBezTo>
                  <a:pt x="2751370" y="3054937"/>
                  <a:pt x="2919283" y="2978109"/>
                  <a:pt x="3094193" y="2929219"/>
                </a:cubicBezTo>
                <a:cubicBezTo>
                  <a:pt x="3192142" y="2901282"/>
                  <a:pt x="3220128" y="2852391"/>
                  <a:pt x="3220128" y="2761595"/>
                </a:cubicBezTo>
                <a:cubicBezTo>
                  <a:pt x="3220128" y="2405394"/>
                  <a:pt x="3220128" y="2049193"/>
                  <a:pt x="3220128" y="1699976"/>
                </a:cubicBezTo>
                <a:cubicBezTo>
                  <a:pt x="3220128" y="1672039"/>
                  <a:pt x="3220128" y="1651086"/>
                  <a:pt x="3213132" y="1630133"/>
                </a:cubicBezTo>
                <a:cubicBezTo>
                  <a:pt x="3213132" y="1602196"/>
                  <a:pt x="3206135" y="1567274"/>
                  <a:pt x="3185146" y="1539337"/>
                </a:cubicBezTo>
                <a:cubicBezTo>
                  <a:pt x="3143168" y="1469493"/>
                  <a:pt x="3052215" y="1441556"/>
                  <a:pt x="2975254" y="1476478"/>
                </a:cubicBezTo>
                <a:cubicBezTo>
                  <a:pt x="2919283" y="1511399"/>
                  <a:pt x="2884301" y="1560290"/>
                  <a:pt x="2870308" y="1623149"/>
                </a:cubicBezTo>
                <a:cubicBezTo>
                  <a:pt x="2870308" y="1651086"/>
                  <a:pt x="2870308" y="1679023"/>
                  <a:pt x="2863312" y="1713945"/>
                </a:cubicBezTo>
                <a:cubicBezTo>
                  <a:pt x="2863312" y="1762835"/>
                  <a:pt x="2863312" y="1818710"/>
                  <a:pt x="2863312" y="1867600"/>
                </a:cubicBezTo>
                <a:close/>
                <a:moveTo>
                  <a:pt x="3877789" y="1867600"/>
                </a:moveTo>
                <a:cubicBezTo>
                  <a:pt x="3877789" y="1853632"/>
                  <a:pt x="3877789" y="1839663"/>
                  <a:pt x="3877789" y="1825694"/>
                </a:cubicBezTo>
                <a:cubicBezTo>
                  <a:pt x="3877789" y="1769820"/>
                  <a:pt x="3877789" y="1713945"/>
                  <a:pt x="3877789" y="1658070"/>
                </a:cubicBezTo>
                <a:cubicBezTo>
                  <a:pt x="3870792" y="1616164"/>
                  <a:pt x="3863796" y="1574258"/>
                  <a:pt x="3835810" y="1539337"/>
                </a:cubicBezTo>
                <a:cubicBezTo>
                  <a:pt x="3793832" y="1483462"/>
                  <a:pt x="3737861" y="1455525"/>
                  <a:pt x="3667897" y="1462509"/>
                </a:cubicBezTo>
                <a:cubicBezTo>
                  <a:pt x="3597933" y="1476478"/>
                  <a:pt x="3555955" y="1518384"/>
                  <a:pt x="3534965" y="1581243"/>
                </a:cubicBezTo>
                <a:cubicBezTo>
                  <a:pt x="3527969" y="1609180"/>
                  <a:pt x="3520973" y="1644102"/>
                  <a:pt x="3520973" y="1679023"/>
                </a:cubicBezTo>
                <a:cubicBezTo>
                  <a:pt x="3520973" y="2042209"/>
                  <a:pt x="3520973" y="2405394"/>
                  <a:pt x="3520973" y="2775564"/>
                </a:cubicBezTo>
                <a:cubicBezTo>
                  <a:pt x="3520973" y="2775564"/>
                  <a:pt x="3520973" y="2782548"/>
                  <a:pt x="3520973" y="2782548"/>
                </a:cubicBezTo>
                <a:cubicBezTo>
                  <a:pt x="3520973" y="2838423"/>
                  <a:pt x="3548958" y="2880329"/>
                  <a:pt x="3597933" y="2901282"/>
                </a:cubicBezTo>
                <a:cubicBezTo>
                  <a:pt x="3618922" y="2915250"/>
                  <a:pt x="3646908" y="2922235"/>
                  <a:pt x="3674893" y="2929219"/>
                </a:cubicBezTo>
                <a:cubicBezTo>
                  <a:pt x="3800828" y="2971125"/>
                  <a:pt x="3926763" y="3020015"/>
                  <a:pt x="4038706" y="3082874"/>
                </a:cubicBezTo>
                <a:cubicBezTo>
                  <a:pt x="4234605" y="3187639"/>
                  <a:pt x="4402518" y="3327326"/>
                  <a:pt x="4542446" y="3487965"/>
                </a:cubicBezTo>
                <a:cubicBezTo>
                  <a:pt x="4682374" y="3634636"/>
                  <a:pt x="4801312" y="3795276"/>
                  <a:pt x="4913255" y="3962900"/>
                </a:cubicBezTo>
                <a:cubicBezTo>
                  <a:pt x="4920251" y="3969884"/>
                  <a:pt x="4927247" y="3983853"/>
                  <a:pt x="4934244" y="3990837"/>
                </a:cubicBezTo>
                <a:cubicBezTo>
                  <a:pt x="4962229" y="4025759"/>
                  <a:pt x="4997211" y="4039728"/>
                  <a:pt x="5039190" y="4039728"/>
                </a:cubicBezTo>
                <a:cubicBezTo>
                  <a:pt x="5179117" y="4039728"/>
                  <a:pt x="5277067" y="3893057"/>
                  <a:pt x="5200107" y="3767339"/>
                </a:cubicBezTo>
                <a:cubicBezTo>
                  <a:pt x="5158128" y="3697495"/>
                  <a:pt x="5123146" y="3634636"/>
                  <a:pt x="5074172" y="3564793"/>
                </a:cubicBezTo>
                <a:cubicBezTo>
                  <a:pt x="4787320" y="3152718"/>
                  <a:pt x="4409514" y="2838423"/>
                  <a:pt x="3940756" y="2649846"/>
                </a:cubicBezTo>
                <a:cubicBezTo>
                  <a:pt x="3919767" y="2642861"/>
                  <a:pt x="3898778" y="2635877"/>
                  <a:pt x="3877789" y="2621908"/>
                </a:cubicBezTo>
                <a:cubicBezTo>
                  <a:pt x="3877789" y="2489206"/>
                  <a:pt x="3877789" y="2363488"/>
                  <a:pt x="3877789" y="2230786"/>
                </a:cubicBezTo>
                <a:cubicBezTo>
                  <a:pt x="3884785" y="2230786"/>
                  <a:pt x="3884785" y="2230786"/>
                  <a:pt x="3884785" y="2230786"/>
                </a:cubicBezTo>
                <a:cubicBezTo>
                  <a:pt x="3898778" y="2237770"/>
                  <a:pt x="3905774" y="2237770"/>
                  <a:pt x="3912771" y="2237770"/>
                </a:cubicBezTo>
                <a:cubicBezTo>
                  <a:pt x="4164641" y="2321582"/>
                  <a:pt x="4402518" y="2447300"/>
                  <a:pt x="4619406" y="2600955"/>
                </a:cubicBezTo>
                <a:cubicBezTo>
                  <a:pt x="4682374" y="2642861"/>
                  <a:pt x="4745341" y="2691752"/>
                  <a:pt x="4815305" y="2733658"/>
                </a:cubicBezTo>
                <a:cubicBezTo>
                  <a:pt x="4864280" y="2775564"/>
                  <a:pt x="4920251" y="2789532"/>
                  <a:pt x="4983218" y="2782548"/>
                </a:cubicBezTo>
                <a:cubicBezTo>
                  <a:pt x="5102157" y="2775564"/>
                  <a:pt x="5165125" y="2663814"/>
                  <a:pt x="5116150" y="2559049"/>
                </a:cubicBezTo>
                <a:cubicBezTo>
                  <a:pt x="5095161" y="2524128"/>
                  <a:pt x="5074172" y="2496190"/>
                  <a:pt x="5053182" y="2475237"/>
                </a:cubicBezTo>
                <a:cubicBezTo>
                  <a:pt x="4934244" y="2356504"/>
                  <a:pt x="4794316" y="2265707"/>
                  <a:pt x="4654388" y="2181895"/>
                </a:cubicBezTo>
                <a:cubicBezTo>
                  <a:pt x="4451493" y="2070146"/>
                  <a:pt x="4241601" y="1986334"/>
                  <a:pt x="4017716" y="1916491"/>
                </a:cubicBezTo>
                <a:cubicBezTo>
                  <a:pt x="3975738" y="1895538"/>
                  <a:pt x="3926763" y="1881569"/>
                  <a:pt x="3877789" y="1867600"/>
                </a:cubicBezTo>
                <a:close/>
              </a:path>
            </a:pathLst>
          </a:custGeom>
          <a:solidFill>
            <a:schemeClr val="accent1"/>
          </a:solidFill>
          <a:ln>
            <a:noFill/>
          </a:ln>
        </p:spPr>
      </p:sp>
    </p:spTree>
    <p:extLst>
      <p:ext uri="{BB962C8B-B14F-4D97-AF65-F5344CB8AC3E}">
        <p14:creationId xmlns:p14="http://schemas.microsoft.com/office/powerpoint/2010/main" val="3880084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目录-6部分">
    <p:spTree>
      <p:nvGrpSpPr>
        <p:cNvPr id="1" name=""/>
        <p:cNvGrpSpPr/>
        <p:nvPr/>
      </p:nvGrpSpPr>
      <p:grpSpPr>
        <a:xfrm>
          <a:off x="0" y="0"/>
          <a:ext cx="0" cy="0"/>
          <a:chOff x="0" y="0"/>
          <a:chExt cx="0" cy="0"/>
        </a:xfrm>
      </p:grpSpPr>
      <p:sp>
        <p:nvSpPr>
          <p:cNvPr id="6" name="矩形 5"/>
          <p:cNvSpPr/>
          <p:nvPr/>
        </p:nvSpPr>
        <p:spPr>
          <a:xfrm>
            <a:off x="-1" y="0"/>
            <a:ext cx="6096001" cy="6858000"/>
          </a:xfrm>
          <a:prstGeom prst="rect">
            <a:avLst/>
          </a:prstGeom>
          <a:solidFill>
            <a:schemeClr val="accent1"/>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pic>
        <p:nvPicPr>
          <p:cNvPr id="35" name="图形 34"/>
          <p:cNvPicPr>
            <a:picLocks noChangeAspect="1"/>
          </p:cNvPicPr>
          <p:nvPr/>
        </p:nvPicPr>
        <p:blipFill>
          <a:blip r:embed="rId2"/>
          <a:stretch>
            <a:fillRect/>
          </a:stretch>
        </p:blipFill>
        <p:spPr>
          <a:xfrm>
            <a:off x="-1601832" y="3365787"/>
            <a:ext cx="6665290" cy="4818286"/>
          </a:xfrm>
          <a:prstGeom prst="rect">
            <a:avLst/>
          </a:prstGeom>
        </p:spPr>
      </p:pic>
      <p:sp>
        <p:nvSpPr>
          <p:cNvPr id="49" name="矩形 48"/>
          <p:cNvSpPr/>
          <p:nvPr/>
        </p:nvSpPr>
        <p:spPr>
          <a:xfrm>
            <a:off x="589281" y="476251"/>
            <a:ext cx="11013440" cy="5905500"/>
          </a:xfrm>
          <a:prstGeom prst="rect">
            <a:avLst/>
          </a:prstGeom>
          <a:solidFill>
            <a:schemeClr val="bg1"/>
          </a:solidFill>
          <a:ln>
            <a:noFill/>
          </a:ln>
          <a:effectLst>
            <a:glow rad="101600">
              <a:schemeClr val="tx1">
                <a:alpha val="10000"/>
              </a:schemeClr>
            </a:glow>
          </a:effectLst>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grpSp>
        <p:nvGrpSpPr>
          <p:cNvPr id="8" name="组合 7"/>
          <p:cNvGrpSpPr/>
          <p:nvPr/>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lvl="0" algn="l" defTabSz="914400">
                <a:lnSpc>
                  <a:spcPct val="90000"/>
                </a:lnSpc>
                <a:spcBef>
                  <a:spcPct val="0"/>
                </a:spcBef>
                <a:buNone/>
                <a:defRPr sz="2800" b="1" kern="1200">
                  <a:solidFill>
                    <a:srgbClr val="0070C0"/>
                  </a:solidFill>
                  <a:latin typeface="Arial" panose="020B0604020202020204"/>
                  <a:ea typeface="微软雅黑" panose="020B0503020204020204" charset="-122"/>
                </a:defRPr>
              </a:lvl1pPr>
            </a:lstStyle>
            <a:p>
              <a:pPr marL="0" lvl="0" indent="0" algn="ctr" defTabSz="914400">
                <a:lnSpc>
                  <a:spcPct val="90000"/>
                </a:lnSpc>
                <a:spcBef>
                  <a:spcPct val="0"/>
                </a:spcBef>
                <a:spcAft>
                  <a:spcPts val="0"/>
                </a:spcAft>
                <a:buClrTx/>
                <a:buSzTx/>
                <a:buFontTx/>
                <a:buNone/>
              </a:pPr>
              <a:r>
                <a:rPr lang="zh-CN" sz="5400" b="1" i="0" u="none" strike="noStrike" kern="2200" spc="0" baseline="0">
                  <a:solidFill>
                    <a:schemeClr val="accent1"/>
                  </a:solidFill>
                  <a:latin typeface="Arial" panose="020B0604020202020204"/>
                  <a:ea typeface="微软雅黑" panose="020B0503020204020204" charset="-122"/>
                </a:rPr>
                <a:t>目  录</a:t>
              </a:r>
              <a:endParaRPr lang="en-US" sz="5400" b="1" i="0" u="none" strike="noStrike" kern="2200" spc="0" baseline="0">
                <a:solidFill>
                  <a:schemeClr val="accent1"/>
                </a:solidFill>
                <a:latin typeface="Arial" panose="020B0604020202020204"/>
                <a:ea typeface="微软雅黑" panose="020B0503020204020204" charset="-122"/>
              </a:endParaRPr>
            </a:p>
          </p:txBody>
        </p:sp>
        <p:sp>
          <p:nvSpPr>
            <p:cNvPr id="10" name="文本框 9"/>
            <p:cNvSpPr txBox="1"/>
            <p:nvPr/>
          </p:nvSpPr>
          <p:spPr>
            <a:xfrm>
              <a:off x="2389402" y="2078629"/>
              <a:ext cx="2168084" cy="830997"/>
            </a:xfrm>
            <a:prstGeom prst="rect">
              <a:avLst/>
            </a:prstGeom>
            <a:noFill/>
          </p:spPr>
          <p:txBody>
            <a:bodyPr wrap="square">
              <a:spAutoFit/>
            </a:bodyPr>
            <a:lstStyle/>
            <a:p>
              <a:pPr marL="0" lvl="0" indent="0" algn="l" defTabSz="914400">
                <a:lnSpc>
                  <a:spcPct val="100000"/>
                </a:lnSpc>
                <a:spcBef>
                  <a:spcPts val="0"/>
                </a:spcBef>
                <a:spcAft>
                  <a:spcPts val="0"/>
                </a:spcAft>
                <a:buClrTx/>
                <a:buSzTx/>
                <a:buFontTx/>
                <a:buNone/>
              </a:pPr>
              <a:r>
                <a:rPr lang="en-US" sz="2400" b="0" i="0" u="none" strike="noStrike" kern="2200" spc="-20" baseline="0">
                  <a:solidFill>
                    <a:schemeClr val="accent1"/>
                  </a:solidFill>
                  <a:latin typeface="Arial" panose="020B0604020202020204"/>
                  <a:ea typeface="微软雅黑" panose="020B0503020204020204" charset="-122"/>
                </a:rPr>
                <a:t>CONTENTS</a:t>
              </a:r>
              <a:endParaRPr lang="zh-CN" sz="2400" b="0" i="0" u="none" strike="noStrike" kern="2200" spc="-20" baseline="0">
                <a:solidFill>
                  <a:schemeClr val="accent1"/>
                </a:solidFill>
                <a:latin typeface="Arial" panose="020B0604020202020204"/>
                <a:ea typeface="微软雅黑" panose="020B0503020204020204" charset="-122"/>
              </a:endParaRPr>
            </a:p>
            <a:p>
              <a:pPr marL="0" lvl="0" indent="0" algn="l" defTabSz="914400">
                <a:lnSpc>
                  <a:spcPct val="100000"/>
                </a:lnSpc>
                <a:spcBef>
                  <a:spcPts val="0"/>
                </a:spcBef>
                <a:spcAft>
                  <a:spcPts val="0"/>
                </a:spcAft>
                <a:buClrTx/>
                <a:buSzTx/>
                <a:buFontTx/>
                <a:buNone/>
              </a:pPr>
              <a:endParaRPr lang="zh-CN" sz="2400" b="0" i="0" u="none" strike="noStrike" kern="1200" spc="-20" baseline="0">
                <a:solidFill>
                  <a:schemeClr val="accent1"/>
                </a:solidFill>
                <a:latin typeface="Arial" panose="020B0604020202020204"/>
                <a:ea typeface="微软雅黑" panose="020B0503020204020204" charset="-122"/>
              </a:endParaRPr>
            </a:p>
          </p:txBody>
        </p:sp>
      </p:grpSp>
      <p:sp>
        <p:nvSpPr>
          <p:cNvPr id="11" name="组合 10"/>
          <p:cNvSpPr/>
          <p:nvPr/>
        </p:nvSpPr>
        <p:spPr>
          <a:xfrm>
            <a:off x="2425132" y="3183822"/>
            <a:ext cx="1945700" cy="1941162"/>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2" y="3362248"/>
                </a:moveTo>
                <a:cubicBezTo>
                  <a:pt x="5654872" y="4612443"/>
                  <a:pt x="4633399" y="5639140"/>
                  <a:pt x="3374049" y="5639140"/>
                </a:cubicBezTo>
                <a:cubicBezTo>
                  <a:pt x="2121694" y="5639140"/>
                  <a:pt x="1093225" y="4626412"/>
                  <a:pt x="1093225" y="3362248"/>
                </a:cubicBezTo>
                <a:cubicBezTo>
                  <a:pt x="1093225" y="2105068"/>
                  <a:pt x="2114698" y="1085355"/>
                  <a:pt x="3374049" y="1085355"/>
                </a:cubicBezTo>
                <a:cubicBezTo>
                  <a:pt x="4633399" y="1085355"/>
                  <a:pt x="5654872" y="2112052"/>
                  <a:pt x="5654872" y="3362248"/>
                </a:cubicBezTo>
                <a:close/>
                <a:moveTo>
                  <a:pt x="3192142" y="3655589"/>
                </a:moveTo>
                <a:cubicBezTo>
                  <a:pt x="3192142" y="3669558"/>
                  <a:pt x="3192142" y="3676542"/>
                  <a:pt x="3192142" y="3690511"/>
                </a:cubicBezTo>
                <a:cubicBezTo>
                  <a:pt x="3192142" y="3774323"/>
                  <a:pt x="3192142" y="3851151"/>
                  <a:pt x="3192142" y="3934963"/>
                </a:cubicBezTo>
                <a:cubicBezTo>
                  <a:pt x="3192142" y="3941947"/>
                  <a:pt x="3192142" y="3948931"/>
                  <a:pt x="3192142" y="3955916"/>
                </a:cubicBezTo>
                <a:cubicBezTo>
                  <a:pt x="3192142" y="3997822"/>
                  <a:pt x="3171153" y="4032743"/>
                  <a:pt x="3136171" y="4053696"/>
                </a:cubicBezTo>
                <a:cubicBezTo>
                  <a:pt x="3122178" y="4060681"/>
                  <a:pt x="3108186" y="4074649"/>
                  <a:pt x="3087196" y="4081634"/>
                </a:cubicBezTo>
                <a:cubicBezTo>
                  <a:pt x="2961261" y="4165446"/>
                  <a:pt x="2856316" y="4277195"/>
                  <a:pt x="2765362" y="4402913"/>
                </a:cubicBezTo>
                <a:cubicBezTo>
                  <a:pt x="2667413" y="4549584"/>
                  <a:pt x="2604445" y="4717208"/>
                  <a:pt x="2562467" y="4884832"/>
                </a:cubicBezTo>
                <a:cubicBezTo>
                  <a:pt x="2555471" y="4919754"/>
                  <a:pt x="2548474" y="4947691"/>
                  <a:pt x="2548474" y="4982613"/>
                </a:cubicBezTo>
                <a:cubicBezTo>
                  <a:pt x="2541478" y="5073409"/>
                  <a:pt x="2597449" y="5143252"/>
                  <a:pt x="2688402" y="5157221"/>
                </a:cubicBezTo>
                <a:cubicBezTo>
                  <a:pt x="2765362" y="5171190"/>
                  <a:pt x="2856316" y="5143252"/>
                  <a:pt x="2884301" y="5038487"/>
                </a:cubicBezTo>
                <a:cubicBezTo>
                  <a:pt x="2884301" y="5031503"/>
                  <a:pt x="2891298" y="5017534"/>
                  <a:pt x="2891298" y="5010550"/>
                </a:cubicBezTo>
                <a:cubicBezTo>
                  <a:pt x="2912287" y="4961660"/>
                  <a:pt x="2926279" y="4905785"/>
                  <a:pt x="2940272" y="4856895"/>
                </a:cubicBezTo>
                <a:cubicBezTo>
                  <a:pt x="2982251" y="4738161"/>
                  <a:pt x="3038222" y="4633396"/>
                  <a:pt x="3115182" y="4528631"/>
                </a:cubicBezTo>
                <a:cubicBezTo>
                  <a:pt x="3157160" y="4472756"/>
                  <a:pt x="3213132" y="4423866"/>
                  <a:pt x="3276099" y="4388944"/>
                </a:cubicBezTo>
                <a:cubicBezTo>
                  <a:pt x="3339067" y="4354023"/>
                  <a:pt x="3402034" y="4354023"/>
                  <a:pt x="3465002" y="4388944"/>
                </a:cubicBezTo>
                <a:cubicBezTo>
                  <a:pt x="3478994" y="4395929"/>
                  <a:pt x="3499984" y="4402913"/>
                  <a:pt x="3513976" y="4416882"/>
                </a:cubicBezTo>
                <a:cubicBezTo>
                  <a:pt x="3576944" y="4458788"/>
                  <a:pt x="3625919" y="4514662"/>
                  <a:pt x="3667897" y="4577521"/>
                </a:cubicBezTo>
                <a:cubicBezTo>
                  <a:pt x="3737861" y="4689271"/>
                  <a:pt x="3786836" y="4808004"/>
                  <a:pt x="3821818" y="4926738"/>
                </a:cubicBezTo>
                <a:cubicBezTo>
                  <a:pt x="3835810" y="4968644"/>
                  <a:pt x="3849803" y="5017534"/>
                  <a:pt x="3863796" y="5059440"/>
                </a:cubicBezTo>
                <a:cubicBezTo>
                  <a:pt x="3884785" y="5108331"/>
                  <a:pt x="3912771" y="5136268"/>
                  <a:pt x="3961745" y="5150237"/>
                </a:cubicBezTo>
                <a:cubicBezTo>
                  <a:pt x="4066691" y="5192143"/>
                  <a:pt x="4213615" y="5115315"/>
                  <a:pt x="4192626" y="4961660"/>
                </a:cubicBezTo>
                <a:cubicBezTo>
                  <a:pt x="4185630" y="4912769"/>
                  <a:pt x="4171637" y="4870863"/>
                  <a:pt x="4164641" y="4828957"/>
                </a:cubicBezTo>
                <a:cubicBezTo>
                  <a:pt x="4122662" y="4682286"/>
                  <a:pt x="4073688" y="4549584"/>
                  <a:pt x="3989731" y="4423866"/>
                </a:cubicBezTo>
                <a:cubicBezTo>
                  <a:pt x="3891781" y="4270211"/>
                  <a:pt x="3765846" y="4151477"/>
                  <a:pt x="3611926" y="4053696"/>
                </a:cubicBezTo>
                <a:cubicBezTo>
                  <a:pt x="3569947" y="4032743"/>
                  <a:pt x="3548958" y="3997822"/>
                  <a:pt x="3548958" y="3948931"/>
                </a:cubicBezTo>
                <a:cubicBezTo>
                  <a:pt x="3548958" y="3858135"/>
                  <a:pt x="3548958" y="3774323"/>
                  <a:pt x="3548958" y="3683527"/>
                </a:cubicBezTo>
                <a:cubicBezTo>
                  <a:pt x="3548958" y="3676542"/>
                  <a:pt x="3548958" y="3669558"/>
                  <a:pt x="3555955" y="3655589"/>
                </a:cubicBezTo>
                <a:cubicBezTo>
                  <a:pt x="3569947" y="3655589"/>
                  <a:pt x="3576944" y="3662574"/>
                  <a:pt x="3590937" y="3662574"/>
                </a:cubicBezTo>
                <a:cubicBezTo>
                  <a:pt x="3723868" y="3711464"/>
                  <a:pt x="3835810" y="3781307"/>
                  <a:pt x="3933760" y="3879088"/>
                </a:cubicBezTo>
                <a:cubicBezTo>
                  <a:pt x="4066691" y="3997822"/>
                  <a:pt x="4164641" y="4137508"/>
                  <a:pt x="4262590" y="4291164"/>
                </a:cubicBezTo>
                <a:cubicBezTo>
                  <a:pt x="4325558" y="4402913"/>
                  <a:pt x="4388525" y="4521647"/>
                  <a:pt x="4444496" y="4640380"/>
                </a:cubicBezTo>
                <a:cubicBezTo>
                  <a:pt x="4458489" y="4675302"/>
                  <a:pt x="4479478" y="4703239"/>
                  <a:pt x="4514460" y="4731177"/>
                </a:cubicBezTo>
                <a:cubicBezTo>
                  <a:pt x="4549442" y="4759114"/>
                  <a:pt x="4598417" y="4780067"/>
                  <a:pt x="4647392" y="4766098"/>
                </a:cubicBezTo>
                <a:cubicBezTo>
                  <a:pt x="4717356" y="4745145"/>
                  <a:pt x="4759334" y="4703239"/>
                  <a:pt x="4773327" y="4633396"/>
                </a:cubicBezTo>
                <a:cubicBezTo>
                  <a:pt x="4787320" y="4577521"/>
                  <a:pt x="4780323" y="4528631"/>
                  <a:pt x="4759334" y="4479741"/>
                </a:cubicBezTo>
                <a:cubicBezTo>
                  <a:pt x="4731348" y="4416882"/>
                  <a:pt x="4703363" y="4361007"/>
                  <a:pt x="4675377" y="4298148"/>
                </a:cubicBezTo>
                <a:cubicBezTo>
                  <a:pt x="4577428" y="4081634"/>
                  <a:pt x="4451493" y="3879088"/>
                  <a:pt x="4283579" y="3704480"/>
                </a:cubicBezTo>
                <a:cubicBezTo>
                  <a:pt x="4115666" y="3536856"/>
                  <a:pt x="3926763" y="3411138"/>
                  <a:pt x="3702879" y="3334310"/>
                </a:cubicBezTo>
                <a:cubicBezTo>
                  <a:pt x="3653904" y="3320342"/>
                  <a:pt x="3604929" y="3306373"/>
                  <a:pt x="3548958" y="3292404"/>
                </a:cubicBezTo>
                <a:cubicBezTo>
                  <a:pt x="3548958" y="3264467"/>
                  <a:pt x="3548958" y="3236530"/>
                  <a:pt x="3548958" y="3208592"/>
                </a:cubicBezTo>
                <a:cubicBezTo>
                  <a:pt x="3541962" y="3166686"/>
                  <a:pt x="3534965" y="3117796"/>
                  <a:pt x="3506980" y="3082874"/>
                </a:cubicBezTo>
                <a:cubicBezTo>
                  <a:pt x="3437016" y="2978109"/>
                  <a:pt x="3304085" y="2978109"/>
                  <a:pt x="3234121" y="3082874"/>
                </a:cubicBezTo>
                <a:cubicBezTo>
                  <a:pt x="3206135" y="3124780"/>
                  <a:pt x="3199139" y="3173671"/>
                  <a:pt x="3199139" y="3215577"/>
                </a:cubicBezTo>
                <a:cubicBezTo>
                  <a:pt x="3192142" y="3243514"/>
                  <a:pt x="3192142" y="3264467"/>
                  <a:pt x="3192142" y="3292404"/>
                </a:cubicBezTo>
                <a:cubicBezTo>
                  <a:pt x="3185146" y="3299389"/>
                  <a:pt x="3178150" y="3299389"/>
                  <a:pt x="3164157" y="3299389"/>
                </a:cubicBezTo>
                <a:cubicBezTo>
                  <a:pt x="2940272" y="3355263"/>
                  <a:pt x="2737377" y="3453044"/>
                  <a:pt x="2562467" y="3606699"/>
                </a:cubicBezTo>
                <a:cubicBezTo>
                  <a:pt x="2429536" y="3725433"/>
                  <a:pt x="2317593" y="3865119"/>
                  <a:pt x="2219644" y="4018775"/>
                </a:cubicBezTo>
                <a:cubicBezTo>
                  <a:pt x="2128691" y="4158461"/>
                  <a:pt x="2058727" y="4312117"/>
                  <a:pt x="1988763" y="4458788"/>
                </a:cubicBezTo>
                <a:cubicBezTo>
                  <a:pt x="1974770" y="4507678"/>
                  <a:pt x="1960777" y="4556568"/>
                  <a:pt x="1967774" y="4605459"/>
                </a:cubicBezTo>
                <a:cubicBezTo>
                  <a:pt x="1974770" y="4682286"/>
                  <a:pt x="2002756" y="4731177"/>
                  <a:pt x="2072720" y="4759114"/>
                </a:cubicBezTo>
                <a:cubicBezTo>
                  <a:pt x="2142684" y="4787051"/>
                  <a:pt x="2205651" y="4759114"/>
                  <a:pt x="2247630" y="4710224"/>
                </a:cubicBezTo>
                <a:cubicBezTo>
                  <a:pt x="2268619" y="4689271"/>
                  <a:pt x="2282611" y="4661333"/>
                  <a:pt x="2296604" y="4640380"/>
                </a:cubicBezTo>
                <a:cubicBezTo>
                  <a:pt x="2359572" y="4528631"/>
                  <a:pt x="2415543" y="4409897"/>
                  <a:pt x="2478510" y="4305132"/>
                </a:cubicBezTo>
                <a:cubicBezTo>
                  <a:pt x="2569464" y="4144493"/>
                  <a:pt x="2681406" y="3997822"/>
                  <a:pt x="2814337" y="3872104"/>
                </a:cubicBezTo>
                <a:cubicBezTo>
                  <a:pt x="2912287" y="3781307"/>
                  <a:pt x="3024229" y="3711464"/>
                  <a:pt x="3150164" y="3669558"/>
                </a:cubicBezTo>
                <a:cubicBezTo>
                  <a:pt x="3164157" y="3662574"/>
                  <a:pt x="3178150" y="3655589"/>
                  <a:pt x="3192142" y="3655589"/>
                </a:cubicBezTo>
                <a:close/>
                <a:moveTo>
                  <a:pt x="2863312" y="1867600"/>
                </a:moveTo>
                <a:cubicBezTo>
                  <a:pt x="2856316" y="1874585"/>
                  <a:pt x="2842323" y="1874585"/>
                  <a:pt x="2835326" y="1881569"/>
                </a:cubicBezTo>
                <a:cubicBezTo>
                  <a:pt x="2772359" y="1902522"/>
                  <a:pt x="2709391" y="1916491"/>
                  <a:pt x="2646424" y="1937444"/>
                </a:cubicBezTo>
                <a:cubicBezTo>
                  <a:pt x="2401550" y="2021256"/>
                  <a:pt x="2170669" y="2126021"/>
                  <a:pt x="1953781" y="2265707"/>
                </a:cubicBezTo>
                <a:cubicBezTo>
                  <a:pt x="1862828" y="2328566"/>
                  <a:pt x="1771875" y="2398410"/>
                  <a:pt x="1687918" y="2482222"/>
                </a:cubicBezTo>
                <a:cubicBezTo>
                  <a:pt x="1659933" y="2510159"/>
                  <a:pt x="1631947" y="2538096"/>
                  <a:pt x="1617954" y="2580002"/>
                </a:cubicBezTo>
                <a:cubicBezTo>
                  <a:pt x="1589969" y="2656830"/>
                  <a:pt x="1624951" y="2740642"/>
                  <a:pt x="1701911" y="2768579"/>
                </a:cubicBezTo>
                <a:cubicBezTo>
                  <a:pt x="1750886" y="2789532"/>
                  <a:pt x="1799861" y="2789532"/>
                  <a:pt x="1848835" y="2775564"/>
                </a:cubicBezTo>
                <a:cubicBezTo>
                  <a:pt x="1890814" y="2761595"/>
                  <a:pt x="1918799" y="2740642"/>
                  <a:pt x="1953781" y="2719689"/>
                </a:cubicBezTo>
                <a:cubicBezTo>
                  <a:pt x="2030741" y="2663814"/>
                  <a:pt x="2114698" y="2600955"/>
                  <a:pt x="2198655" y="2552065"/>
                </a:cubicBezTo>
                <a:cubicBezTo>
                  <a:pt x="2394554" y="2419363"/>
                  <a:pt x="2604445" y="2314598"/>
                  <a:pt x="2835326" y="2237770"/>
                </a:cubicBezTo>
                <a:cubicBezTo>
                  <a:pt x="2842323" y="2237770"/>
                  <a:pt x="2856316" y="2230786"/>
                  <a:pt x="2863312" y="2230786"/>
                </a:cubicBezTo>
                <a:cubicBezTo>
                  <a:pt x="2863312" y="2363488"/>
                  <a:pt x="2863312" y="2496190"/>
                  <a:pt x="2863312" y="2621908"/>
                </a:cubicBezTo>
                <a:cubicBezTo>
                  <a:pt x="2856316" y="2628893"/>
                  <a:pt x="2849319" y="2628893"/>
                  <a:pt x="2842323" y="2635877"/>
                </a:cubicBezTo>
                <a:cubicBezTo>
                  <a:pt x="2387557" y="2810485"/>
                  <a:pt x="2009752" y="3096843"/>
                  <a:pt x="1722900" y="3494950"/>
                </a:cubicBezTo>
                <a:cubicBezTo>
                  <a:pt x="1659933" y="3578762"/>
                  <a:pt x="1603962" y="3669558"/>
                  <a:pt x="1547990" y="3760354"/>
                </a:cubicBezTo>
                <a:cubicBezTo>
                  <a:pt x="1527001" y="3788292"/>
                  <a:pt x="1513008" y="3816229"/>
                  <a:pt x="1513008" y="3844166"/>
                </a:cubicBezTo>
                <a:cubicBezTo>
                  <a:pt x="1513008" y="3934963"/>
                  <a:pt x="1568980" y="4011790"/>
                  <a:pt x="1652936" y="4032743"/>
                </a:cubicBezTo>
                <a:cubicBezTo>
                  <a:pt x="1722900" y="4053696"/>
                  <a:pt x="1778871" y="4032743"/>
                  <a:pt x="1820850" y="3969884"/>
                </a:cubicBezTo>
                <a:cubicBezTo>
                  <a:pt x="1841839" y="3941947"/>
                  <a:pt x="1862828" y="3907025"/>
                  <a:pt x="1883817" y="3879088"/>
                </a:cubicBezTo>
                <a:cubicBezTo>
                  <a:pt x="1981767" y="3739401"/>
                  <a:pt x="2093709" y="3606699"/>
                  <a:pt x="2212648" y="3480981"/>
                </a:cubicBezTo>
                <a:cubicBezTo>
                  <a:pt x="2331586" y="3355263"/>
                  <a:pt x="2457521" y="3243514"/>
                  <a:pt x="2597449" y="3152718"/>
                </a:cubicBezTo>
                <a:cubicBezTo>
                  <a:pt x="2751370" y="3054937"/>
                  <a:pt x="2919283" y="2978109"/>
                  <a:pt x="3094193" y="2929219"/>
                </a:cubicBezTo>
                <a:cubicBezTo>
                  <a:pt x="3192142" y="2901282"/>
                  <a:pt x="3220128" y="2852391"/>
                  <a:pt x="3220128" y="2761595"/>
                </a:cubicBezTo>
                <a:cubicBezTo>
                  <a:pt x="3220128" y="2405394"/>
                  <a:pt x="3220128" y="2049193"/>
                  <a:pt x="3220128" y="1699976"/>
                </a:cubicBezTo>
                <a:cubicBezTo>
                  <a:pt x="3220128" y="1672039"/>
                  <a:pt x="3220128" y="1651086"/>
                  <a:pt x="3213132" y="1630133"/>
                </a:cubicBezTo>
                <a:cubicBezTo>
                  <a:pt x="3213132" y="1602196"/>
                  <a:pt x="3206135" y="1567274"/>
                  <a:pt x="3185146" y="1539337"/>
                </a:cubicBezTo>
                <a:cubicBezTo>
                  <a:pt x="3143168" y="1469493"/>
                  <a:pt x="3052215" y="1441556"/>
                  <a:pt x="2975254" y="1476478"/>
                </a:cubicBezTo>
                <a:cubicBezTo>
                  <a:pt x="2919283" y="1511399"/>
                  <a:pt x="2884301" y="1560290"/>
                  <a:pt x="2870308" y="1623149"/>
                </a:cubicBezTo>
                <a:cubicBezTo>
                  <a:pt x="2870308" y="1651086"/>
                  <a:pt x="2870308" y="1679023"/>
                  <a:pt x="2863312" y="1713945"/>
                </a:cubicBezTo>
                <a:cubicBezTo>
                  <a:pt x="2863312" y="1762835"/>
                  <a:pt x="2863312" y="1818710"/>
                  <a:pt x="2863312" y="1867600"/>
                </a:cubicBezTo>
                <a:close/>
                <a:moveTo>
                  <a:pt x="3877789" y="1867600"/>
                </a:moveTo>
                <a:cubicBezTo>
                  <a:pt x="3877789" y="1853632"/>
                  <a:pt x="3877789" y="1839663"/>
                  <a:pt x="3877789" y="1825694"/>
                </a:cubicBezTo>
                <a:cubicBezTo>
                  <a:pt x="3877789" y="1769820"/>
                  <a:pt x="3877789" y="1713945"/>
                  <a:pt x="3877789" y="1658070"/>
                </a:cubicBezTo>
                <a:cubicBezTo>
                  <a:pt x="3870792" y="1616164"/>
                  <a:pt x="3863796" y="1574258"/>
                  <a:pt x="3835810" y="1539337"/>
                </a:cubicBezTo>
                <a:cubicBezTo>
                  <a:pt x="3793832" y="1483462"/>
                  <a:pt x="3737861" y="1455525"/>
                  <a:pt x="3667897" y="1462509"/>
                </a:cubicBezTo>
                <a:cubicBezTo>
                  <a:pt x="3597933" y="1476478"/>
                  <a:pt x="3555955" y="1518384"/>
                  <a:pt x="3534965" y="1581243"/>
                </a:cubicBezTo>
                <a:cubicBezTo>
                  <a:pt x="3527969" y="1609180"/>
                  <a:pt x="3520973" y="1644102"/>
                  <a:pt x="3520973" y="1679023"/>
                </a:cubicBezTo>
                <a:cubicBezTo>
                  <a:pt x="3520973" y="2042209"/>
                  <a:pt x="3520973" y="2405394"/>
                  <a:pt x="3520973" y="2775564"/>
                </a:cubicBezTo>
                <a:cubicBezTo>
                  <a:pt x="3520973" y="2775564"/>
                  <a:pt x="3520973" y="2782548"/>
                  <a:pt x="3520973" y="2782548"/>
                </a:cubicBezTo>
                <a:cubicBezTo>
                  <a:pt x="3520973" y="2838423"/>
                  <a:pt x="3548958" y="2880329"/>
                  <a:pt x="3597933" y="2901282"/>
                </a:cubicBezTo>
                <a:cubicBezTo>
                  <a:pt x="3618922" y="2915250"/>
                  <a:pt x="3646908" y="2922235"/>
                  <a:pt x="3674893" y="2929219"/>
                </a:cubicBezTo>
                <a:cubicBezTo>
                  <a:pt x="3800828" y="2971125"/>
                  <a:pt x="3926763" y="3020015"/>
                  <a:pt x="4038706" y="3082874"/>
                </a:cubicBezTo>
                <a:cubicBezTo>
                  <a:pt x="4234605" y="3187639"/>
                  <a:pt x="4402518" y="3327326"/>
                  <a:pt x="4542446" y="3487965"/>
                </a:cubicBezTo>
                <a:cubicBezTo>
                  <a:pt x="4682374" y="3634636"/>
                  <a:pt x="4801312" y="3795276"/>
                  <a:pt x="4913255" y="3962900"/>
                </a:cubicBezTo>
                <a:cubicBezTo>
                  <a:pt x="4920251" y="3969884"/>
                  <a:pt x="4927247" y="3983853"/>
                  <a:pt x="4934244" y="3990837"/>
                </a:cubicBezTo>
                <a:cubicBezTo>
                  <a:pt x="4962229" y="4025759"/>
                  <a:pt x="4997211" y="4039728"/>
                  <a:pt x="5039190" y="4039728"/>
                </a:cubicBezTo>
                <a:cubicBezTo>
                  <a:pt x="5179117" y="4039728"/>
                  <a:pt x="5277067" y="3893057"/>
                  <a:pt x="5200107" y="3767339"/>
                </a:cubicBezTo>
                <a:cubicBezTo>
                  <a:pt x="5158128" y="3697495"/>
                  <a:pt x="5123146" y="3634636"/>
                  <a:pt x="5074172" y="3564793"/>
                </a:cubicBezTo>
                <a:cubicBezTo>
                  <a:pt x="4787320" y="3152718"/>
                  <a:pt x="4409514" y="2838423"/>
                  <a:pt x="3940756" y="2649846"/>
                </a:cubicBezTo>
                <a:cubicBezTo>
                  <a:pt x="3919767" y="2642861"/>
                  <a:pt x="3898778" y="2635877"/>
                  <a:pt x="3877789" y="2621908"/>
                </a:cubicBezTo>
                <a:cubicBezTo>
                  <a:pt x="3877789" y="2489206"/>
                  <a:pt x="3877789" y="2363488"/>
                  <a:pt x="3877789" y="2230786"/>
                </a:cubicBezTo>
                <a:cubicBezTo>
                  <a:pt x="3884785" y="2230786"/>
                  <a:pt x="3884785" y="2230786"/>
                  <a:pt x="3884785" y="2230786"/>
                </a:cubicBezTo>
                <a:cubicBezTo>
                  <a:pt x="3898778" y="2237770"/>
                  <a:pt x="3905774" y="2237770"/>
                  <a:pt x="3912771" y="2237770"/>
                </a:cubicBezTo>
                <a:cubicBezTo>
                  <a:pt x="4164641" y="2321582"/>
                  <a:pt x="4402518" y="2447300"/>
                  <a:pt x="4619406" y="2600955"/>
                </a:cubicBezTo>
                <a:cubicBezTo>
                  <a:pt x="4682374" y="2642861"/>
                  <a:pt x="4745341" y="2691752"/>
                  <a:pt x="4815305" y="2733658"/>
                </a:cubicBezTo>
                <a:cubicBezTo>
                  <a:pt x="4864280" y="2775564"/>
                  <a:pt x="4920251" y="2789532"/>
                  <a:pt x="4983218" y="2782548"/>
                </a:cubicBezTo>
                <a:cubicBezTo>
                  <a:pt x="5102157" y="2775564"/>
                  <a:pt x="5165125" y="2663814"/>
                  <a:pt x="5116150" y="2559049"/>
                </a:cubicBezTo>
                <a:cubicBezTo>
                  <a:pt x="5095161" y="2524128"/>
                  <a:pt x="5074172" y="2496190"/>
                  <a:pt x="5053182" y="2475237"/>
                </a:cubicBezTo>
                <a:cubicBezTo>
                  <a:pt x="4934244" y="2356504"/>
                  <a:pt x="4794316" y="2265707"/>
                  <a:pt x="4654388" y="2181895"/>
                </a:cubicBezTo>
                <a:cubicBezTo>
                  <a:pt x="4451493" y="2070146"/>
                  <a:pt x="4241601" y="1986334"/>
                  <a:pt x="4017716" y="1916491"/>
                </a:cubicBezTo>
                <a:cubicBezTo>
                  <a:pt x="3975738" y="1895538"/>
                  <a:pt x="3926763" y="1881569"/>
                  <a:pt x="3877789" y="1867600"/>
                </a:cubicBezTo>
                <a:close/>
              </a:path>
            </a:pathLst>
          </a:custGeom>
          <a:solidFill>
            <a:schemeClr val="accent1"/>
          </a:solidFill>
          <a:ln>
            <a:noFill/>
          </a:ln>
        </p:spPr>
      </p:sp>
      <p:sp>
        <p:nvSpPr>
          <p:cNvPr id="41" name="文本占位符 40"/>
          <p:cNvSpPr>
            <a:spLocks noGrp="1"/>
          </p:cNvSpPr>
          <p:nvPr>
            <p:ph type="body" idx="10" hasCustomPrompt="1"/>
          </p:nvPr>
        </p:nvSpPr>
        <p:spPr>
          <a:xfrm>
            <a:off x="7819905" y="1317312"/>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2" name="文本占位符 40"/>
          <p:cNvSpPr>
            <a:spLocks noGrp="1"/>
          </p:cNvSpPr>
          <p:nvPr>
            <p:ph type="body" idx="11" hasCustomPrompt="1"/>
          </p:nvPr>
        </p:nvSpPr>
        <p:spPr>
          <a:xfrm>
            <a:off x="7819905" y="2067882"/>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3" name="文本占位符 40"/>
          <p:cNvSpPr>
            <a:spLocks noGrp="1"/>
          </p:cNvSpPr>
          <p:nvPr>
            <p:ph type="body" idx="12" hasCustomPrompt="1"/>
          </p:nvPr>
        </p:nvSpPr>
        <p:spPr>
          <a:xfrm>
            <a:off x="7819905" y="2818452"/>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4" name="文本占位符 40"/>
          <p:cNvSpPr>
            <a:spLocks noGrp="1"/>
          </p:cNvSpPr>
          <p:nvPr>
            <p:ph type="body" idx="13" hasCustomPrompt="1"/>
          </p:nvPr>
        </p:nvSpPr>
        <p:spPr>
          <a:xfrm>
            <a:off x="7819905" y="4319592"/>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36" name="文本占位符 40"/>
          <p:cNvSpPr>
            <a:spLocks noGrp="1"/>
          </p:cNvSpPr>
          <p:nvPr>
            <p:ph type="body" idx="14" hasCustomPrompt="1"/>
          </p:nvPr>
        </p:nvSpPr>
        <p:spPr>
          <a:xfrm>
            <a:off x="7819905" y="3569022"/>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2" name="文本框 1"/>
          <p:cNvSpPr txBox="1"/>
          <p:nvPr/>
        </p:nvSpPr>
        <p:spPr>
          <a:xfrm>
            <a:off x="6809256" y="1268764"/>
            <a:ext cx="675822" cy="584775"/>
          </a:xfrm>
          <a:prstGeom prst="rect">
            <a:avLst/>
          </a:prstGeom>
          <a:noFill/>
        </p:spPr>
        <p:txBody>
          <a:bodyPr wrap="square">
            <a:spAutoFit/>
          </a:bodyPr>
          <a:lstStyle/>
          <a:p>
            <a:r>
              <a:rPr lang="en-US" sz="3200" b="1">
                <a:solidFill>
                  <a:srgbClr val="9A0001"/>
                </a:solidFill>
              </a:rPr>
              <a:t>01.</a:t>
            </a:r>
            <a:endParaRPr lang="zh-CN" sz="3200" b="1">
              <a:solidFill>
                <a:srgbClr val="9A0001"/>
              </a:solidFill>
            </a:endParaRPr>
          </a:p>
        </p:txBody>
      </p:sp>
      <p:sp>
        <p:nvSpPr>
          <p:cNvPr id="39" name="文本框 38"/>
          <p:cNvSpPr txBox="1"/>
          <p:nvPr/>
        </p:nvSpPr>
        <p:spPr>
          <a:xfrm>
            <a:off x="6809256" y="2016836"/>
            <a:ext cx="675822" cy="584775"/>
          </a:xfrm>
          <a:prstGeom prst="rect">
            <a:avLst/>
          </a:prstGeom>
          <a:noFill/>
        </p:spPr>
        <p:txBody>
          <a:bodyPr wrap="square">
            <a:spAutoFit/>
          </a:bodyPr>
          <a:lstStyle/>
          <a:p>
            <a:r>
              <a:rPr lang="en-US" sz="3200" b="1">
                <a:solidFill>
                  <a:srgbClr val="9A0001"/>
                </a:solidFill>
              </a:rPr>
              <a:t>02.</a:t>
            </a:r>
            <a:endParaRPr lang="zh-CN" sz="3200" b="1">
              <a:solidFill>
                <a:srgbClr val="9A0001"/>
              </a:solidFill>
            </a:endParaRPr>
          </a:p>
        </p:txBody>
      </p:sp>
      <p:sp>
        <p:nvSpPr>
          <p:cNvPr id="40" name="文本框 39"/>
          <p:cNvSpPr txBox="1"/>
          <p:nvPr/>
        </p:nvSpPr>
        <p:spPr>
          <a:xfrm>
            <a:off x="6809256" y="2764908"/>
            <a:ext cx="675822" cy="584775"/>
          </a:xfrm>
          <a:prstGeom prst="rect">
            <a:avLst/>
          </a:prstGeom>
          <a:noFill/>
        </p:spPr>
        <p:txBody>
          <a:bodyPr wrap="square">
            <a:spAutoFit/>
          </a:bodyPr>
          <a:lstStyle/>
          <a:p>
            <a:r>
              <a:rPr lang="en-US" sz="3200" b="1">
                <a:solidFill>
                  <a:srgbClr val="9A0001"/>
                </a:solidFill>
              </a:rPr>
              <a:t>03.</a:t>
            </a:r>
            <a:endParaRPr lang="zh-CN" sz="3200" b="1">
              <a:solidFill>
                <a:srgbClr val="9A0001"/>
              </a:solidFill>
            </a:endParaRPr>
          </a:p>
        </p:txBody>
      </p:sp>
      <p:sp>
        <p:nvSpPr>
          <p:cNvPr id="45" name="文本框 44"/>
          <p:cNvSpPr txBox="1"/>
          <p:nvPr/>
        </p:nvSpPr>
        <p:spPr>
          <a:xfrm>
            <a:off x="6809256" y="3512980"/>
            <a:ext cx="675822" cy="584775"/>
          </a:xfrm>
          <a:prstGeom prst="rect">
            <a:avLst/>
          </a:prstGeom>
          <a:noFill/>
        </p:spPr>
        <p:txBody>
          <a:bodyPr wrap="square">
            <a:spAutoFit/>
          </a:bodyPr>
          <a:lstStyle/>
          <a:p>
            <a:r>
              <a:rPr lang="en-US" sz="3200" b="1">
                <a:solidFill>
                  <a:srgbClr val="9A0001"/>
                </a:solidFill>
              </a:rPr>
              <a:t>04.</a:t>
            </a:r>
            <a:endParaRPr lang="zh-CN" sz="3200" b="1">
              <a:solidFill>
                <a:srgbClr val="9A0001"/>
              </a:solidFill>
            </a:endParaRPr>
          </a:p>
        </p:txBody>
      </p:sp>
      <p:sp>
        <p:nvSpPr>
          <p:cNvPr id="46" name="文本框 45"/>
          <p:cNvSpPr txBox="1"/>
          <p:nvPr/>
        </p:nvSpPr>
        <p:spPr>
          <a:xfrm>
            <a:off x="6809256" y="4261052"/>
            <a:ext cx="675822" cy="584775"/>
          </a:xfrm>
          <a:prstGeom prst="rect">
            <a:avLst/>
          </a:prstGeom>
          <a:noFill/>
        </p:spPr>
        <p:txBody>
          <a:bodyPr wrap="square">
            <a:spAutoFit/>
          </a:bodyPr>
          <a:lstStyle/>
          <a:p>
            <a:r>
              <a:rPr lang="en-US" sz="3200" b="1">
                <a:solidFill>
                  <a:srgbClr val="9A0001"/>
                </a:solidFill>
              </a:rPr>
              <a:t>05.</a:t>
            </a:r>
            <a:endParaRPr lang="zh-CN" sz="3200" b="1">
              <a:solidFill>
                <a:srgbClr val="9A0001"/>
              </a:solidFill>
            </a:endParaRPr>
          </a:p>
        </p:txBody>
      </p:sp>
      <p:sp>
        <p:nvSpPr>
          <p:cNvPr id="47" name="文本占位符 40"/>
          <p:cNvSpPr>
            <a:spLocks noGrp="1"/>
          </p:cNvSpPr>
          <p:nvPr>
            <p:ph type="body" idx="15" hasCustomPrompt="1"/>
          </p:nvPr>
        </p:nvSpPr>
        <p:spPr>
          <a:xfrm>
            <a:off x="7819905" y="5070163"/>
            <a:ext cx="3061455" cy="487680"/>
          </a:xfrm>
        </p:spPr>
        <p:txBody>
          <a:bodyPr>
            <a:normAutofit/>
          </a:bodyPr>
          <a:lstStyle>
            <a:lvl1pPr marL="0" lvl="0" indent="0" algn="l" defTabSz="914400">
              <a:buNone/>
              <a:defRPr lang="zh-CN" sz="2800" kern="1200">
                <a:solidFill>
                  <a:srgbClr val="000000">
                    <a:lumMod val="85000"/>
                    <a:lumOff val="15000"/>
                  </a:srgbClr>
                </a:solidFill>
                <a:latin typeface="微软雅黑" panose="020B0503020204020204" charset="-122"/>
                <a:ea typeface="微软雅黑" panose="020B0503020204020204" charset="-122"/>
              </a:defRPr>
            </a:lvl1pPr>
            <a:lvl2pPr marL="457200" lvl="1" indent="0">
              <a:buNone/>
            </a:lvl2pPr>
          </a:lstStyle>
          <a:p>
            <a:pPr lvl="0"/>
            <a:r>
              <a:rPr lang="zh-CN"/>
              <a:t>输入目录标题</a:t>
            </a:r>
          </a:p>
        </p:txBody>
      </p:sp>
      <p:sp>
        <p:nvSpPr>
          <p:cNvPr id="48" name="文本框 47"/>
          <p:cNvSpPr txBox="1"/>
          <p:nvPr/>
        </p:nvSpPr>
        <p:spPr>
          <a:xfrm>
            <a:off x="6809256" y="5009126"/>
            <a:ext cx="675822" cy="584775"/>
          </a:xfrm>
          <a:prstGeom prst="rect">
            <a:avLst/>
          </a:prstGeom>
          <a:noFill/>
        </p:spPr>
        <p:txBody>
          <a:bodyPr wrap="square">
            <a:spAutoFit/>
          </a:bodyPr>
          <a:lstStyle/>
          <a:p>
            <a:r>
              <a:rPr lang="en-US" sz="3200" b="1">
                <a:solidFill>
                  <a:srgbClr val="9A0001"/>
                </a:solidFill>
              </a:rPr>
              <a:t>06.</a:t>
            </a:r>
            <a:endParaRPr lang="zh-CN" sz="3200" b="1">
              <a:solidFill>
                <a:srgbClr val="9A0001"/>
              </a:solidFill>
            </a:endParaRPr>
          </a:p>
        </p:txBody>
      </p:sp>
    </p:spTree>
    <p:extLst>
      <p:ext uri="{BB962C8B-B14F-4D97-AF65-F5344CB8AC3E}">
        <p14:creationId xmlns:p14="http://schemas.microsoft.com/office/powerpoint/2010/main" val="3411581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章节页">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chemeClr val="accent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cxnSp>
        <p:nvCxnSpPr>
          <p:cNvPr id="70" name="直接连接符 69"/>
          <p:cNvCxnSpPr/>
          <p:nvPr/>
        </p:nvCxnSpPr>
        <p:spPr>
          <a:xfrm>
            <a:off x="996403" y="3428999"/>
            <a:ext cx="377398" cy="0"/>
          </a:xfrm>
          <a:prstGeom prst="line">
            <a:avLst/>
          </a:prstGeom>
          <a:ln w="6350">
            <a:solidFill>
              <a:schemeClr val="bg1"/>
            </a:solidFill>
            <a:prstDash val="solid"/>
            <a:miter/>
          </a:ln>
        </p:spPr>
      </p:cxnSp>
      <p:sp>
        <p:nvSpPr>
          <p:cNvPr id="4" name="文本占位符 3"/>
          <p:cNvSpPr>
            <a:spLocks noGrp="1"/>
          </p:cNvSpPr>
          <p:nvPr>
            <p:ph type="body" idx="10" hasCustomPrompt="1"/>
          </p:nvPr>
        </p:nvSpPr>
        <p:spPr>
          <a:xfrm>
            <a:off x="2465501" y="2552244"/>
            <a:ext cx="5716686" cy="707886"/>
          </a:xfrm>
        </p:spPr>
        <p:txBody>
          <a:bodyPr anchor="ctr" anchorCtr="0">
            <a:normAutofit/>
          </a:bodyPr>
          <a:lstStyle>
            <a:lvl1pPr marL="0" lvl="0" indent="0">
              <a:buFontTx/>
              <a:buNone/>
              <a:defRPr lang="zh-CN" sz="4000" b="1" i="0" u="none" strike="noStrike" kern="1200" spc="0" baseline="0">
                <a:solidFill>
                  <a:srgbClr val="FFFFFF"/>
                </a:solidFill>
                <a:latin typeface="Arial" panose="020B0604020202020204"/>
                <a:ea typeface="微软雅黑" panose="020B0503020204020204" charset="-122"/>
              </a:defRPr>
            </a:lvl1pPr>
          </a:lstStyle>
          <a:p>
            <a:pPr marL="0" lvl="0" indent="0" algn="l" defTabSz="914400">
              <a:lnSpc>
                <a:spcPct val="100000"/>
              </a:lnSpc>
              <a:spcBef>
                <a:spcPts val="0"/>
              </a:spcBef>
              <a:spcAft>
                <a:spcPts val="0"/>
              </a:spcAft>
              <a:buClrTx/>
              <a:buSzTx/>
              <a:buFontTx/>
              <a:buNone/>
            </a:pPr>
            <a:r>
              <a:rPr lang="en-US"/>
              <a:t>XX</a:t>
            </a:r>
            <a:endParaRPr lang="zh-CN"/>
          </a:p>
        </p:txBody>
      </p:sp>
      <p:sp>
        <p:nvSpPr>
          <p:cNvPr id="127" name="文本占位符 3"/>
          <p:cNvSpPr>
            <a:spLocks noGrp="1"/>
          </p:cNvSpPr>
          <p:nvPr>
            <p:ph type="body" idx="11" hasCustomPrompt="1"/>
          </p:nvPr>
        </p:nvSpPr>
        <p:spPr>
          <a:xfrm>
            <a:off x="882188" y="3684327"/>
            <a:ext cx="7299999" cy="887667"/>
          </a:xfrm>
        </p:spPr>
        <p:txBody>
          <a:bodyPr/>
          <a:lstStyle>
            <a:lvl1pPr marL="0" lvl="0" indent="0">
              <a:buFontTx/>
              <a:buNone/>
              <a:defRPr lang="zh-CN" sz="4800" b="1" kern="1200" spc="400">
                <a:solidFill>
                  <a:srgbClr val="FFFFFF"/>
                </a:solidFill>
                <a:latin typeface="Arial" panose="020B0604020202020204"/>
                <a:ea typeface="微软雅黑" panose="020B0503020204020204" charset="-122"/>
              </a:defRPr>
            </a:lvl1pPr>
          </a:lstStyle>
          <a:p>
            <a:pPr marL="0" lvl="0" indent="0" algn="l" defTabSz="914400">
              <a:lnSpc>
                <a:spcPct val="100000"/>
              </a:lnSpc>
              <a:spcBef>
                <a:spcPts val="0"/>
              </a:spcBef>
              <a:spcAft>
                <a:spcPts val="0"/>
              </a:spcAft>
              <a:buClrTx/>
              <a:buSzTx/>
              <a:buFontTx/>
              <a:buNone/>
            </a:pPr>
            <a:r>
              <a:rPr lang="zh-CN"/>
              <a:t>输入标题文本</a:t>
            </a:r>
          </a:p>
        </p:txBody>
      </p:sp>
      <p:pic>
        <p:nvPicPr>
          <p:cNvPr id="128" name="图形 127"/>
          <p:cNvPicPr>
            <a:picLocks noChangeAspect="1"/>
          </p:cNvPicPr>
          <p:nvPr/>
        </p:nvPicPr>
        <p:blipFill>
          <a:blip r:embed="rId2"/>
          <a:stretch>
            <a:fillRect/>
          </a:stretch>
        </p:blipFill>
        <p:spPr>
          <a:xfrm>
            <a:off x="8863687" y="1559486"/>
            <a:ext cx="5172316" cy="3739027"/>
          </a:xfrm>
          <a:prstGeom prst="rect">
            <a:avLst/>
          </a:prstGeom>
        </p:spPr>
      </p:pic>
      <p:grpSp>
        <p:nvGrpSpPr>
          <p:cNvPr id="62" name="组合 61"/>
          <p:cNvGrpSpPr/>
          <p:nvPr/>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4"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5"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7"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8"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9"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1"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29"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0"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1"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2"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3"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4"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5"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6"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7"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38" name="组合 137"/>
          <p:cNvGrpSpPr/>
          <p:nvPr/>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0"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1"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2"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3"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4"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5"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6"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7"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8"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51" name="组合 150"/>
          <p:cNvSpPr/>
          <p:nvPr/>
        </p:nvSpPr>
        <p:spPr>
          <a:xfrm>
            <a:off x="882188" y="613507"/>
            <a:ext cx="664422" cy="662874"/>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sp>
        <p:nvSpPr>
          <p:cNvPr id="5" name="矩形 4"/>
          <p:cNvSpPr/>
          <p:nvPr/>
        </p:nvSpPr>
        <p:spPr>
          <a:xfrm>
            <a:off x="875308" y="2536911"/>
            <a:ext cx="1503040" cy="707886"/>
          </a:xfrm>
          <a:prstGeom prst="rect">
            <a:avLst/>
          </a:prstGeom>
        </p:spPr>
        <p:txBody>
          <a:bodyPr wrap="none">
            <a:spAutoFit/>
          </a:bodyPr>
          <a:lstStyle/>
          <a:p>
            <a:r>
              <a:rPr lang="en-US" sz="4000" b="0" i="0" u="none" strike="noStrike" kern="1200" spc="0" baseline="0">
                <a:solidFill>
                  <a:srgbClr val="FFFFFF"/>
                </a:solidFill>
                <a:latin typeface="Arial" panose="020B0604020202020204"/>
                <a:ea typeface="微软雅黑" panose="020B0503020204020204" charset="-122"/>
              </a:rPr>
              <a:t>PART</a:t>
            </a:r>
            <a:endParaRPr lang="zh-CN" sz="4000" b="0" i="0" u="none" strike="noStrike" kern="1200" spc="0" baseline="0">
              <a:solidFill>
                <a:srgbClr val="FFFFFF"/>
              </a:solidFill>
              <a:latin typeface="Arial" panose="020B0604020202020204"/>
              <a:ea typeface="微软雅黑" panose="020B0503020204020204" charset="-122"/>
            </a:endParaRPr>
          </a:p>
        </p:txBody>
      </p:sp>
    </p:spTree>
    <p:extLst>
      <p:ext uri="{BB962C8B-B14F-4D97-AF65-F5344CB8AC3E}">
        <p14:creationId xmlns:p14="http://schemas.microsoft.com/office/powerpoint/2010/main" val="2138564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chemeClr val="accent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Arial" panose="020B0604020202020204"/>
              <a:ea typeface="微软雅黑" panose="020B0503020204020204" charset="-122"/>
            </a:endParaRPr>
          </a:p>
        </p:txBody>
      </p:sp>
      <p:sp>
        <p:nvSpPr>
          <p:cNvPr id="64" name="组合 63"/>
          <p:cNvSpPr/>
          <p:nvPr/>
        </p:nvSpPr>
        <p:spPr>
          <a:xfrm>
            <a:off x="5317814" y="741574"/>
            <a:ext cx="1614432" cy="1610666"/>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solidFill>
          <a:ln>
            <a:noFill/>
          </a:ln>
        </p:spPr>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p>
        </p:txBody>
      </p:sp>
    </p:spTree>
    <p:extLst>
      <p:ext uri="{BB962C8B-B14F-4D97-AF65-F5344CB8AC3E}">
        <p14:creationId xmlns:p14="http://schemas.microsoft.com/office/powerpoint/2010/main" val="1647846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Tree>
    <p:extLst>
      <p:ext uri="{BB962C8B-B14F-4D97-AF65-F5344CB8AC3E}">
        <p14:creationId xmlns:p14="http://schemas.microsoft.com/office/powerpoint/2010/main" val="1338215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21" name="组合 120"/>
          <p:cNvGrpSpPr/>
          <p:nvPr/>
        </p:nvGrpSpPr>
        <p:grpSpPr>
          <a:xfrm>
            <a:off x="9621520" y="307022"/>
            <a:ext cx="2190182" cy="644440"/>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21031" y="6401973"/>
            <a:ext cx="2743200" cy="292196"/>
          </a:xfrm>
          <a:prstGeom prst="rect">
            <a:avLst/>
          </a:prstGeom>
        </p:spPr>
        <p:txBody>
          <a:bodyPr vert="horz" lIns="91440" tIns="45720" rIns="91440" bIns="45720" anchor="ctr"/>
          <a:lstStyle>
            <a:lvl1pPr lvl="0" algn="r">
              <a:defRPr sz="2800" b="1">
                <a:solidFill>
                  <a:schemeClr val="tx1">
                    <a:lumMod val="50000"/>
                    <a:lumOff val="50000"/>
                  </a:schemeClr>
                </a:solidFill>
                <a:latin typeface="Times New Roman" panose="02020603050405020304"/>
              </a:defRPr>
            </a:lvl1pPr>
          </a:lstStyle>
          <a:p>
            <a:r>
              <a:rPr lang="en-US"/>
              <a:t>&lt; </a:t>
            </a:r>
            <a:fld id="{A548B57D-AE10-4CF7-A9DF-59FEFA91B28E}" type="slidenum">
              <a:rPr lang="en-US" altLang="zh-CN" smtClean="0"/>
              <a:t>‹#›</a:t>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latin typeface="楷体" panose="02010609060101010101" charset="-122"/>
                <a:ea typeface="楷体" panose="02010609060101010101" charset="-122"/>
              </a:rPr>
              <a:t>思想自由 兼容并包</a:t>
            </a:r>
          </a:p>
        </p:txBody>
      </p:sp>
    </p:spTree>
    <p:extLst>
      <p:ext uri="{BB962C8B-B14F-4D97-AF65-F5344CB8AC3E}">
        <p14:creationId xmlns:p14="http://schemas.microsoft.com/office/powerpoint/2010/main" val="40034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grpSp>
        <p:nvGrpSpPr>
          <p:cNvPr id="3" name="组合 2"/>
          <p:cNvGrpSpPr/>
          <p:nvPr/>
        </p:nvGrpSpPr>
        <p:grpSpPr>
          <a:xfrm>
            <a:off x="10177780" y="329882"/>
            <a:ext cx="1512002" cy="444892"/>
            <a:chOff x="9556201" y="498129"/>
            <a:chExt cx="1993881" cy="586680"/>
          </a:xfrm>
        </p:grpSpPr>
        <p:grpSp>
          <p:nvGrpSpPr>
            <p:cNvPr id="66" name="组合 65"/>
            <p:cNvGrpSpPr/>
            <p:nvPr/>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9"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0"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2"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3"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4"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5"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6"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7"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8"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9"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0"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1"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2"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3"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4"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85" name="组合 84"/>
            <p:cNvGrpSpPr/>
            <p:nvPr/>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7"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8"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9"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0"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1"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2"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3"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4"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5"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6"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7"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98" name="组合 97"/>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chemeClr val="accent1"/>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Tree>
    <p:extLst>
      <p:ext uri="{BB962C8B-B14F-4D97-AF65-F5344CB8AC3E}">
        <p14:creationId xmlns:p14="http://schemas.microsoft.com/office/powerpoint/2010/main" val="2456549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chemeClr val="bg1">
                  <a:lumMod val="65000"/>
                </a:schemeClr>
              </a:solidFill>
              <a:prstDash val="solid"/>
              <a:miter/>
            </a:ln>
          </p:spPr>
        </p:cxnSp>
        <p:cxnSp>
          <p:nvCxnSpPr>
            <p:cNvPr id="65" name="直接连接符 64"/>
            <p:cNvCxnSpPr/>
            <p:nvPr/>
          </p:nvCxnSpPr>
          <p:spPr>
            <a:xfrm>
              <a:off x="7460343" y="1311756"/>
              <a:ext cx="589713" cy="0"/>
            </a:xfrm>
            <a:prstGeom prst="line">
              <a:avLst/>
            </a:prstGeom>
            <a:ln w="38100">
              <a:solidFill>
                <a:schemeClr val="accent1"/>
              </a:solidFill>
              <a:prstDash val="solid"/>
              <a:miter/>
            </a:ln>
          </p:spPr>
        </p:cxnSp>
      </p:grpSp>
      <p:grpSp>
        <p:nvGrpSpPr>
          <p:cNvPr id="3" name="组合 2"/>
          <p:cNvGrpSpPr/>
          <p:nvPr/>
        </p:nvGrpSpPr>
        <p:grpSpPr>
          <a:xfrm>
            <a:off x="10177780" y="329882"/>
            <a:ext cx="1512002" cy="444892"/>
            <a:chOff x="9556201" y="498129"/>
            <a:chExt cx="1993881" cy="586680"/>
          </a:xfrm>
        </p:grpSpPr>
        <p:grpSp>
          <p:nvGrpSpPr>
            <p:cNvPr id="66" name="组合 65"/>
            <p:cNvGrpSpPr/>
            <p:nvPr/>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69"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0"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2"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3"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4"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5"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6"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7"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8"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79"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0"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1"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2"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3"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4"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85" name="组合 84"/>
            <p:cNvGrpSpPr/>
            <p:nvPr/>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7"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8"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89"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0"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1"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2"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3"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4"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5"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6"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97"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98" name="组合 97"/>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71" name="文本框 70"/>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Tree>
    <p:extLst>
      <p:ext uri="{BB962C8B-B14F-4D97-AF65-F5344CB8AC3E}">
        <p14:creationId xmlns:p14="http://schemas.microsoft.com/office/powerpoint/2010/main" val="2064063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Tree>
    <p:extLst>
      <p:ext uri="{BB962C8B-B14F-4D97-AF65-F5344CB8AC3E}">
        <p14:creationId xmlns:p14="http://schemas.microsoft.com/office/powerpoint/2010/main" val="133583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p>
        </p:txBody>
      </p:sp>
    </p:spTree>
    <p:extLst>
      <p:ext uri="{BB962C8B-B14F-4D97-AF65-F5344CB8AC3E}">
        <p14:creationId xmlns:p14="http://schemas.microsoft.com/office/powerpoint/2010/main" val="174595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p>
        </p:txBody>
      </p:sp>
    </p:spTree>
    <p:extLst>
      <p:ext uri="{BB962C8B-B14F-4D97-AF65-F5344CB8AC3E}">
        <p14:creationId xmlns:p14="http://schemas.microsoft.com/office/powerpoint/2010/main" val="1685588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p>
        </p:txBody>
      </p:sp>
    </p:spTree>
    <p:extLst>
      <p:ext uri="{BB962C8B-B14F-4D97-AF65-F5344CB8AC3E}">
        <p14:creationId xmlns:p14="http://schemas.microsoft.com/office/powerpoint/2010/main" val="1352544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p>
        </p:txBody>
      </p:sp>
    </p:spTree>
    <p:extLst>
      <p:ext uri="{BB962C8B-B14F-4D97-AF65-F5344CB8AC3E}">
        <p14:creationId xmlns:p14="http://schemas.microsoft.com/office/powerpoint/2010/main" val="645280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p>
        </p:txBody>
      </p:sp>
    </p:spTree>
    <p:extLst>
      <p:ext uri="{BB962C8B-B14F-4D97-AF65-F5344CB8AC3E}">
        <p14:creationId xmlns:p14="http://schemas.microsoft.com/office/powerpoint/2010/main" val="1276002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p>
        </p:txBody>
      </p:sp>
    </p:spTree>
    <p:extLst>
      <p:ext uri="{BB962C8B-B14F-4D97-AF65-F5344CB8AC3E}">
        <p14:creationId xmlns:p14="http://schemas.microsoft.com/office/powerpoint/2010/main" val="17438407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Tree>
    <p:extLst>
      <p:ext uri="{BB962C8B-B14F-4D97-AF65-F5344CB8AC3E}">
        <p14:creationId xmlns:p14="http://schemas.microsoft.com/office/powerpoint/2010/main" val="6162351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grpSp>
        <p:nvGrpSpPr>
          <p:cNvPr id="121" name="组合 120"/>
          <p:cNvGrpSpPr/>
          <p:nvPr/>
        </p:nvGrpSpPr>
        <p:grpSpPr>
          <a:xfrm>
            <a:off x="10177780" y="329882"/>
            <a:ext cx="1512002" cy="444892"/>
            <a:chOff x="9556201" y="498129"/>
            <a:chExt cx="1993881" cy="586680"/>
          </a:xfrm>
        </p:grpSpPr>
        <p:grpSp>
          <p:nvGrpSpPr>
            <p:cNvPr id="122" name="组合 121"/>
            <p:cNvGrpSpPr/>
            <p:nvPr/>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1"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2"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3"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4"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5"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6"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7"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8"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69"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0"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1"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2"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3"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4"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75"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23" name="组合 122"/>
            <p:cNvGrpSpPr/>
            <p:nvPr/>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4"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5"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6"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7"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8"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9"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24" name="组合 123"/>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sp>
      </p:grpSp>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chemeClr val="accent1"/>
                </a:solidFill>
                <a:latin typeface="Arial" panose="020B0604020202020204"/>
                <a:ea typeface="微软雅黑" panose="020B0503020204020204" charset="-122"/>
              </a:defRPr>
            </a:lvl1pPr>
          </a:lstStyle>
          <a:p>
            <a:r>
              <a:rPr lang="en-US"/>
              <a:t>X.X  </a:t>
            </a:r>
            <a:r>
              <a:rPr lang="zh-CN"/>
              <a:t>单击此处输入标题</a:t>
            </a:r>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chemeClr val="bg1">
                  <a:lumMod val="65000"/>
                </a:schemeClr>
              </a:solidFill>
              <a:prstDash val="solid"/>
              <a:miter/>
            </a:ln>
          </p:spPr>
        </p:cxnSp>
        <p:cxnSp>
          <p:nvCxnSpPr>
            <p:cNvPr id="179" name="直接连接符 178"/>
            <p:cNvCxnSpPr/>
            <p:nvPr/>
          </p:nvCxnSpPr>
          <p:spPr>
            <a:xfrm>
              <a:off x="7460343" y="1311756"/>
              <a:ext cx="589713" cy="0"/>
            </a:xfrm>
            <a:prstGeom prst="line">
              <a:avLst/>
            </a:prstGeom>
            <a:ln w="38100">
              <a:solidFill>
                <a:schemeClr val="accent1"/>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48B57D-AE10-4CF7-A9DF-59FEFA91B28E}" type="slidenum">
              <a:rPr lang="en-US" altLang="zh-CN"/>
              <a:t>‹#›</a:t>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Tree>
    <p:extLst>
      <p:ext uri="{BB962C8B-B14F-4D97-AF65-F5344CB8AC3E}">
        <p14:creationId xmlns:p14="http://schemas.microsoft.com/office/powerpoint/2010/main" val="4364137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398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p>
          <a:p>
            <a:pPr lvl="1"/>
            <a:r>
              <a:rPr lang="zh-CN"/>
              <a:t>第二级</a:t>
            </a:r>
          </a:p>
          <a:p>
            <a:pPr lvl="2"/>
            <a:r>
              <a:rPr lang="zh-CN"/>
              <a:t>第三级</a:t>
            </a:r>
          </a:p>
          <a:p>
            <a:pPr lvl="3"/>
            <a:r>
              <a:rPr lang="zh-CN"/>
              <a:t>第四级</a:t>
            </a:r>
          </a:p>
          <a:p>
            <a:pPr lvl="4"/>
            <a:r>
              <a:rPr lang="zh-CN"/>
              <a:t>第五级</a:t>
            </a:r>
          </a:p>
        </p:txBody>
      </p:sp>
    </p:spTree>
    <p:extLst>
      <p:ext uri="{BB962C8B-B14F-4D97-AF65-F5344CB8AC3E}">
        <p14:creationId xmlns:p14="http://schemas.microsoft.com/office/powerpoint/2010/main" val="288105560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背景</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D51288D8-E095-41F7-1A35-F1E7080ADBB0}"/>
              </a:ext>
            </a:extLst>
          </p:cNvPr>
          <p:cNvSpPr txBox="1"/>
          <p:nvPr/>
        </p:nvSpPr>
        <p:spPr>
          <a:xfrm>
            <a:off x="616175" y="1264640"/>
            <a:ext cx="8404856" cy="4197559"/>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当前大语言模型（</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LLM</a:t>
            </a:r>
            <a:r>
              <a:rPr lang="zh-CN" altLang="en-US" dirty="0">
                <a:latin typeface="Times New Roman" panose="02020603050405020304" pitchFamily="18" charset="0"/>
                <a:ea typeface="华文中宋" panose="02010600040101010101" charset="-122"/>
                <a:cs typeface="+mn-ea"/>
                <a:sym typeface="Arial" panose="020B0604020202020204" pitchFamily="34" charset="0"/>
              </a:rPr>
              <a:t>）虽能力强，但 无状态，受限于上下文窗口，难以长期记忆和跨会话推理。</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现有解决方案的缺陷：</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外部记忆库（如</a:t>
            </a:r>
            <a:r>
              <a:rPr lang="en-US" altLang="zh-CN" dirty="0">
                <a:latin typeface="Times New Roman" panose="02020603050405020304" pitchFamily="18" charset="0"/>
                <a:ea typeface="华文中宋" panose="02010600040101010101" charset="-122"/>
                <a:cs typeface="+mn-ea"/>
                <a:sym typeface="Arial" panose="020B0604020202020204" pitchFamily="34" charset="0"/>
              </a:rPr>
              <a:t>RAG</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1200150" lvl="2"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检索过多：无关信息会淹没关键信息</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1200150" lvl="2"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检索过少：可能会遗漏关键信息</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启发式记忆管理： 大多依赖固定的规则，缺乏自适应学习能力来决定何时存储、更新或遗忘信息。</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核心问题：如何让</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LLM</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像人一样，学会主动、智能地管理和利用自己的记忆？</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MEM-R1</a:t>
            </a:r>
            <a:endParaRPr lang="zh-CN" altLang="en-US" dirty="0">
              <a:latin typeface="Times New Roman" panose="02020603050405020304" pitchFamily="18" charset="0"/>
              <a:ea typeface="华文中宋" panose="02010600040101010101" charset="-122"/>
              <a:cs typeface="+mn-ea"/>
              <a:sym typeface="Arial" panose="020B0604020202020204" pitchFamily="34" charset="0"/>
            </a:endParaRPr>
          </a:p>
        </p:txBody>
      </p:sp>
    </p:spTree>
    <p:extLst>
      <p:ext uri="{BB962C8B-B14F-4D97-AF65-F5344CB8AC3E}">
        <p14:creationId xmlns:p14="http://schemas.microsoft.com/office/powerpoint/2010/main" val="62928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97224-2BA2-9609-5744-E5351E29950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487D1E7-A8F2-AFDF-BAC0-53AEF40FB90E}"/>
              </a:ext>
            </a:extLst>
          </p:cNvPr>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2</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a:extLst>
              <a:ext uri="{FF2B5EF4-FFF2-40B4-BE49-F238E27FC236}">
                <a16:creationId xmlns:a16="http://schemas.microsoft.com/office/drawing/2014/main" id="{94394BB6-89AF-B4A8-D298-D8895B86ED95}"/>
              </a:ext>
            </a:extLst>
          </p:cNvPr>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研究目标和主要贡献</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BD4CFE4D-6D7F-2567-FF57-3742C93E4513}"/>
              </a:ext>
            </a:extLst>
          </p:cNvPr>
          <p:cNvSpPr txBox="1"/>
          <p:nvPr/>
        </p:nvSpPr>
        <p:spPr>
          <a:xfrm>
            <a:off x="616174" y="1264640"/>
            <a:ext cx="11575825" cy="2536144"/>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设计一个框架，使</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LLM</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代理能够 主动管理（增删改查）记忆条目，并 合理检索</a:t>
            </a:r>
            <a:r>
              <a:rPr lang="en-US" altLang="zh-CN" dirty="0">
                <a:latin typeface="Times New Roman" panose="02020603050405020304" pitchFamily="18" charset="0"/>
                <a:ea typeface="华文中宋" panose="02010600040101010101" charset="-122"/>
                <a:cs typeface="+mn-ea"/>
                <a:sym typeface="Arial" panose="020B0604020202020204" pitchFamily="34" charset="0"/>
              </a:rPr>
              <a: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使用这些记忆，从而增强跨会话、长时程的推理能力。</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贡献概括：提出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Memory-R1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框架：</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两个代理</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Manager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与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Answer Agent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 </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用强化学习（</a:t>
            </a:r>
            <a:r>
              <a:rPr lang="en-US" altLang="zh-CN" dirty="0">
                <a:latin typeface="Times New Roman" panose="02020603050405020304" pitchFamily="18" charset="0"/>
                <a:ea typeface="华文中宋" panose="02010600040101010101" charset="-122"/>
                <a:cs typeface="+mn-ea"/>
                <a:sym typeface="Arial" panose="020B0604020202020204" pitchFamily="34" charset="0"/>
              </a:rPr>
              <a:t>PPO / GRPO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）对两个代理进行微调，仅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152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对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QA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样本就能达到显著效果。 </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在多个基准（如 </a:t>
            </a:r>
            <a:r>
              <a:rPr lang="en-US" altLang="zh-CN" dirty="0" err="1">
                <a:latin typeface="Times New Roman" panose="02020603050405020304" pitchFamily="18" charset="0"/>
                <a:ea typeface="华文中宋" panose="02010600040101010101" charset="-122"/>
                <a:cs typeface="+mn-ea"/>
                <a:sym typeface="Arial" panose="020B0604020202020204" pitchFamily="34" charset="0"/>
              </a:rPr>
              <a:t>LoCoMo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MSC</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err="1">
                <a:latin typeface="Times New Roman" panose="02020603050405020304" pitchFamily="18" charset="0"/>
                <a:ea typeface="华文中宋" panose="02010600040101010101" charset="-122"/>
                <a:cs typeface="+mn-ea"/>
                <a:sym typeface="Arial" panose="020B0604020202020204" pitchFamily="34" charset="0"/>
              </a:rPr>
              <a:t>LongMemEval</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）和多种模型规模（</a:t>
            </a:r>
            <a:r>
              <a:rPr lang="en-US" altLang="zh-CN" dirty="0">
                <a:latin typeface="Times New Roman" panose="02020603050405020304" pitchFamily="18" charset="0"/>
                <a:ea typeface="华文中宋" panose="02010600040101010101" charset="-122"/>
                <a:cs typeface="+mn-ea"/>
                <a:sym typeface="Arial" panose="020B0604020202020204" pitchFamily="34" charset="0"/>
              </a:rPr>
              <a:t>3B–14B</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）上验证可扩展性与泛化性</a:t>
            </a:r>
          </a:p>
        </p:txBody>
      </p:sp>
      <p:pic>
        <p:nvPicPr>
          <p:cNvPr id="5" name="图片 4">
            <a:extLst>
              <a:ext uri="{FF2B5EF4-FFF2-40B4-BE49-F238E27FC236}">
                <a16:creationId xmlns:a16="http://schemas.microsoft.com/office/drawing/2014/main" id="{BD2F1FF5-0F44-5C63-60D3-B53FA25E4B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7990" y="3800784"/>
            <a:ext cx="6476137" cy="2986642"/>
          </a:xfrm>
          <a:prstGeom prst="rect">
            <a:avLst/>
          </a:prstGeom>
        </p:spPr>
      </p:pic>
    </p:spTree>
    <p:extLst>
      <p:ext uri="{BB962C8B-B14F-4D97-AF65-F5344CB8AC3E}">
        <p14:creationId xmlns:p14="http://schemas.microsoft.com/office/powerpoint/2010/main" val="2264543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025FE-BC9E-0A72-8216-C732EF51815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6C97496-5243-29C4-C59D-2083161BE204}"/>
              </a:ext>
            </a:extLst>
          </p:cNvPr>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3</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a:extLst>
              <a:ext uri="{FF2B5EF4-FFF2-40B4-BE49-F238E27FC236}">
                <a16:creationId xmlns:a16="http://schemas.microsoft.com/office/drawing/2014/main" id="{86258A49-3914-CA43-75C6-953F460FC4B6}"/>
              </a:ext>
            </a:extLst>
          </p:cNvPr>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具体方法</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C677A636-A3DE-5BD0-2A55-A3B0BDA9481A}"/>
              </a:ext>
            </a:extLst>
          </p:cNvPr>
          <p:cNvSpPr txBox="1"/>
          <p:nvPr/>
        </p:nvSpPr>
        <p:spPr>
          <a:xfrm>
            <a:off x="616175" y="1264640"/>
            <a:ext cx="10319804" cy="1705147"/>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外部记忆库（</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bank</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）与代理系统交互。</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lvl="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Manager</a:t>
            </a:r>
            <a:r>
              <a:rPr lang="zh-CN" altLang="en-US" dirty="0">
                <a:latin typeface="Times New Roman" panose="02020603050405020304" pitchFamily="18" charset="0"/>
                <a:ea typeface="华文中宋" panose="02010600040101010101" charset="-122"/>
                <a:cs typeface="+mn-ea"/>
                <a:sym typeface="Arial" panose="020B0604020202020204" pitchFamily="34" charset="0"/>
              </a:rPr>
              <a:t>：负责对记忆条目执行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ADD</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UPDATE</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DELETE</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NOOP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操作。</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lvl="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Answer Agent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：在检索出的多个记忆条目中进行 “记忆蒸馏（</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Distillation</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）”，筛选出少数相关条目，再结合这些条目＋当前输入生成答案。</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pic>
        <p:nvPicPr>
          <p:cNvPr id="1026" name="Picture 2">
            <a:extLst>
              <a:ext uri="{FF2B5EF4-FFF2-40B4-BE49-F238E27FC236}">
                <a16:creationId xmlns:a16="http://schemas.microsoft.com/office/drawing/2014/main" id="{B1F1BC25-A279-D338-3115-F8DB233D6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175" y="3118079"/>
            <a:ext cx="8978303" cy="322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649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09316-90CD-F98A-AC4D-07FF3811266B}"/>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56B37AE-D531-F687-E0E6-58C5F349D3D1}"/>
              </a:ext>
            </a:extLst>
          </p:cNvPr>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4</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a:extLst>
              <a:ext uri="{FF2B5EF4-FFF2-40B4-BE49-F238E27FC236}">
                <a16:creationId xmlns:a16="http://schemas.microsoft.com/office/drawing/2014/main" id="{8599DA00-2D21-5284-230C-465C9F71A19C}"/>
              </a:ext>
            </a:extLst>
          </p:cNvPr>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具体方法</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F4B90B36-7B22-FBBC-1CAE-93BAAEAE34DB}"/>
              </a:ext>
            </a:extLst>
          </p:cNvPr>
          <p:cNvSpPr txBox="1"/>
          <p:nvPr/>
        </p:nvSpPr>
        <p:spPr>
          <a:xfrm>
            <a:off x="622312" y="957919"/>
            <a:ext cx="10319804" cy="5028556"/>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Manager</a:t>
            </a: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操作集合：</a:t>
            </a:r>
            <a:r>
              <a:rPr lang="en-US" altLang="zh-CN" dirty="0">
                <a:latin typeface="Times New Roman" panose="02020603050405020304" pitchFamily="18" charset="0"/>
                <a:ea typeface="华文中宋" panose="02010600040101010101" charset="-122"/>
                <a:cs typeface="+mn-ea"/>
                <a:sym typeface="Arial" panose="020B0604020202020204" pitchFamily="34" charset="0"/>
              </a:rPr>
              <a:t>{ADD, UPDATE, DELETE, NOOP}</a:t>
            </a: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使用强化学习</a:t>
            </a:r>
            <a:r>
              <a:rPr lang="en-US" altLang="zh-CN" dirty="0">
                <a:latin typeface="Times New Roman" panose="02020603050405020304" pitchFamily="18" charset="0"/>
                <a:ea typeface="华文中宋" panose="02010600040101010101" charset="-122"/>
                <a:cs typeface="+mn-ea"/>
                <a:sym typeface="Arial" panose="020B0604020202020204" pitchFamily="34" charset="0"/>
              </a:rPr>
              <a:t>(PPO/GRPO)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，使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Manager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根据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downstream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回答质量（奖励）来优化操作选择</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根据旧的记忆和输入，策略模型给出</a:t>
            </a:r>
            <a:r>
              <a:rPr lang="en-US" altLang="zh-CN" dirty="0">
                <a:latin typeface="Times New Roman" panose="02020603050405020304" pitchFamily="18" charset="0"/>
                <a:ea typeface="华文中宋" panose="02010600040101010101" charset="-122"/>
                <a:cs typeface="+mn-ea"/>
                <a:sym typeface="Arial" panose="020B0604020202020204" pitchFamily="34" charset="0"/>
              </a:rPr>
              <a:t>Operation</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以及具体内容。</a:t>
            </a:r>
            <a:r>
              <a:rPr lang="en-US" altLang="zh-CN" dirty="0">
                <a:latin typeface="Times New Roman" panose="02020603050405020304" pitchFamily="18" charset="0"/>
                <a:ea typeface="华文中宋" panose="02010600040101010101" charset="-122"/>
                <a:cs typeface="+mn-ea"/>
                <a:sym typeface="Arial" panose="020B0604020202020204" pitchFamily="34" charset="0"/>
              </a:rPr>
              <a:t>Answer Agent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（冻结，不参与训练）据此得到</a:t>
            </a:r>
            <a:r>
              <a:rPr lang="en-US" altLang="zh-CN" dirty="0" err="1">
                <a:latin typeface="Times New Roman" panose="02020603050405020304" pitchFamily="18" charset="0"/>
                <a:ea typeface="华文中宋" panose="02010600040101010101" charset="-122"/>
                <a:cs typeface="+mn-ea"/>
                <a:sym typeface="Arial" panose="020B0604020202020204" pitchFamily="34" charset="0"/>
              </a:rPr>
              <a:t>Answser</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，从而就计算</a:t>
            </a:r>
            <a:r>
              <a:rPr lang="en-US" altLang="zh-CN" dirty="0">
                <a:latin typeface="Times New Roman" panose="02020603050405020304" pitchFamily="18" charset="0"/>
                <a:ea typeface="华文中宋" panose="02010600040101010101" charset="-122"/>
                <a:cs typeface="+mn-ea"/>
                <a:sym typeface="Arial" panose="020B0604020202020204" pitchFamily="34" charset="0"/>
              </a:rPr>
              <a:t>Reward</a:t>
            </a:r>
          </a:p>
          <a:p>
            <a:pPr marL="742950" lvl="1" indent="-285750">
              <a:lnSpc>
                <a:spcPct val="150000"/>
              </a:lnSpc>
              <a:buFont typeface="Wingdings" panose="05000000000000000000" pitchFamily="2" charset="2"/>
              <a:buChar char="p"/>
              <a:defRPr/>
            </a:pP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Answer Agent</a:t>
            </a: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从检索模块（</a:t>
            </a:r>
            <a:r>
              <a:rPr lang="en-US" altLang="zh-CN" dirty="0">
                <a:latin typeface="Times New Roman" panose="02020603050405020304" pitchFamily="18" charset="0"/>
                <a:ea typeface="华文中宋" panose="02010600040101010101" charset="-122"/>
                <a:cs typeface="+mn-ea"/>
                <a:sym typeface="Arial" panose="020B0604020202020204" pitchFamily="34" charset="0"/>
              </a:rPr>
              <a:t>RAG</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）得到一批记忆条目，典型多达几十条。然后通过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Distillation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筛选出真正相关的条目（减少噪声）。</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经过筛选后，这些条目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当前输入一起被用来生成答案。</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Agent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同样通过 </a:t>
            </a:r>
            <a:r>
              <a:rPr lang="en-US" altLang="zh-CN" dirty="0">
                <a:latin typeface="Times New Roman" panose="02020603050405020304" pitchFamily="18" charset="0"/>
                <a:ea typeface="华文中宋" panose="02010600040101010101" charset="-122"/>
                <a:cs typeface="+mn-ea"/>
                <a:sym typeface="Arial" panose="020B0604020202020204" pitchFamily="34" charset="0"/>
              </a:rPr>
              <a:t>RL </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微调（</a:t>
            </a:r>
            <a:r>
              <a:rPr lang="en-US" altLang="zh-CN" dirty="0">
                <a:latin typeface="Times New Roman" panose="02020603050405020304" pitchFamily="18" charset="0"/>
                <a:ea typeface="华文中宋" panose="02010600040101010101" charset="-122"/>
                <a:cs typeface="+mn-ea"/>
                <a:sym typeface="Arial" panose="020B0604020202020204" pitchFamily="34" charset="0"/>
              </a:rPr>
              <a:t>PPO/GRPO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），奖励与最终答案准确度相关。</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indent="-285750">
              <a:lnSpc>
                <a:spcPct val="150000"/>
              </a:lnSpc>
              <a:buFont typeface="Wingdings" panose="05000000000000000000" pitchFamily="2" charset="2"/>
              <a:buChar char="p"/>
              <a:defRPr/>
            </a:pP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pic>
        <p:nvPicPr>
          <p:cNvPr id="5" name="图片 4">
            <a:extLst>
              <a:ext uri="{FF2B5EF4-FFF2-40B4-BE49-F238E27FC236}">
                <a16:creationId xmlns:a16="http://schemas.microsoft.com/office/drawing/2014/main" id="{061D1EF4-F010-8877-84B9-754D2BF7AD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756" y="3050392"/>
            <a:ext cx="2499770" cy="544305"/>
          </a:xfrm>
          <a:prstGeom prst="rect">
            <a:avLst/>
          </a:prstGeom>
        </p:spPr>
      </p:pic>
      <p:pic>
        <p:nvPicPr>
          <p:cNvPr id="7" name="图片 6">
            <a:extLst>
              <a:ext uri="{FF2B5EF4-FFF2-40B4-BE49-F238E27FC236}">
                <a16:creationId xmlns:a16="http://schemas.microsoft.com/office/drawing/2014/main" id="{A479C5C9-14CE-AFBA-73E5-247456A3D7A0}"/>
              </a:ext>
            </a:extLst>
          </p:cNvPr>
          <p:cNvPicPr>
            <a:picLocks/>
          </p:cNvPicPr>
          <p:nvPr/>
        </p:nvPicPr>
        <p:blipFill>
          <a:blip r:embed="rId4">
            <a:extLst>
              <a:ext uri="{28A0092B-C50C-407E-A947-70E740481C1C}">
                <a14:useLocalDpi xmlns:a14="http://schemas.microsoft.com/office/drawing/2010/main" val="0"/>
              </a:ext>
            </a:extLst>
          </a:blip>
          <a:srcRect t="22401" b="7041"/>
          <a:stretch>
            <a:fillRect/>
          </a:stretch>
        </p:blipFill>
        <p:spPr>
          <a:xfrm>
            <a:off x="1333756" y="5690483"/>
            <a:ext cx="2342870" cy="433333"/>
          </a:xfrm>
          <a:prstGeom prst="rect">
            <a:avLst/>
          </a:prstGeom>
        </p:spPr>
      </p:pic>
    </p:spTree>
    <p:extLst>
      <p:ext uri="{BB962C8B-B14F-4D97-AF65-F5344CB8AC3E}">
        <p14:creationId xmlns:p14="http://schemas.microsoft.com/office/powerpoint/2010/main" val="397122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33CB-4E05-EA60-E0E5-0D597B03AE6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9245029-E540-76C0-7E45-BE52BFE8603E}"/>
              </a:ext>
            </a:extLst>
          </p:cNvPr>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5</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a:extLst>
              <a:ext uri="{FF2B5EF4-FFF2-40B4-BE49-F238E27FC236}">
                <a16:creationId xmlns:a16="http://schemas.microsoft.com/office/drawing/2014/main" id="{66E6775E-6F38-C1B0-C04E-86CA3D8049DB}"/>
              </a:ext>
            </a:extLst>
          </p:cNvPr>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实验结果</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45BC6B69-DB7E-1E99-1618-772F63DF1F4F}"/>
              </a:ext>
            </a:extLst>
          </p:cNvPr>
          <p:cNvSpPr txBox="1"/>
          <p:nvPr/>
        </p:nvSpPr>
        <p:spPr>
          <a:xfrm>
            <a:off x="622312" y="957919"/>
            <a:ext cx="10319804" cy="2535566"/>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数据集：</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en-US" altLang="zh-CN" dirty="0" err="1">
                <a:latin typeface="Times New Roman" panose="02020603050405020304" pitchFamily="18" charset="0"/>
                <a:ea typeface="华文中宋" panose="02010600040101010101" charset="-122"/>
                <a:cs typeface="+mn-ea"/>
                <a:sym typeface="Arial" panose="020B0604020202020204" pitchFamily="34" charset="0"/>
              </a:rPr>
              <a:t>LoCoMo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：一个多轮对话数据集，旨在跨对话推理。</a:t>
            </a:r>
            <a:r>
              <a:rPr lang="en-US" altLang="zh-CN" dirty="0">
                <a:latin typeface="Times New Roman" panose="02020603050405020304" pitchFamily="18" charset="0"/>
                <a:ea typeface="华文中宋" panose="02010600040101010101" charset="-122"/>
                <a:cs typeface="+mn-ea"/>
                <a:sym typeface="Arial" panose="020B0604020202020204" pitchFamily="34" charset="0"/>
              </a:rPr>
              <a:t>1</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1</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8 train/validation/test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划分</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742950" lvl="1"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MSC, </a:t>
            </a:r>
            <a:r>
              <a:rPr lang="en-US" altLang="zh-CN" dirty="0" err="1">
                <a:latin typeface="Times New Roman" panose="02020603050405020304" pitchFamily="18" charset="0"/>
                <a:ea typeface="华文中宋" panose="02010600040101010101" charset="-122"/>
                <a:cs typeface="+mn-ea"/>
                <a:sym typeface="Arial" panose="020B0604020202020204" pitchFamily="34" charset="0"/>
              </a:rPr>
              <a:t>LongMemEval</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：未经训练，直接进行测试以验证泛化性</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a:p>
            <a:pPr marL="28575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模型：</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Llama-3.1-8B-Instruct, </a:t>
            </a:r>
            <a:r>
              <a:rPr lang="nl-NL" altLang="zh-CN" dirty="0">
                <a:latin typeface="Times New Roman" panose="02020603050405020304" pitchFamily="18" charset="0"/>
                <a:ea typeface="华文中宋" panose="02010600040101010101" charset="-122"/>
                <a:cs typeface="+mn-ea"/>
                <a:sym typeface="Arial" panose="020B0604020202020204" pitchFamily="34" charset="0"/>
              </a:rPr>
              <a:t>Qwen-2.5-Instruct (3B, 7B, 14B).</a:t>
            </a:r>
          </a:p>
          <a:p>
            <a:pPr marL="28575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评测指标：</a:t>
            </a:r>
            <a:r>
              <a:rPr lang="en-US" altLang="zh-CN" dirty="0">
                <a:latin typeface="Times New Roman" panose="02020603050405020304" pitchFamily="18" charset="0"/>
                <a:ea typeface="华文中宋" panose="02010600040101010101" charset="-122"/>
                <a:cs typeface="+mn-ea"/>
                <a:sym typeface="Arial" panose="020B0604020202020204" pitchFamily="34" charset="0"/>
              </a:rPr>
              <a:t>Token</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级别的</a:t>
            </a:r>
            <a:r>
              <a:rPr lang="en-US" altLang="zh-CN" dirty="0">
                <a:latin typeface="Times New Roman" panose="02020603050405020304" pitchFamily="18" charset="0"/>
                <a:ea typeface="华文中宋" panose="02010600040101010101" charset="-122"/>
                <a:cs typeface="+mn-ea"/>
                <a:sym typeface="Arial" panose="020B0604020202020204" pitchFamily="34" charset="0"/>
              </a:rPr>
              <a:t>F1-score</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BLEU-1</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LLM-as-Judge</a:t>
            </a:r>
          </a:p>
          <a:p>
            <a:pPr marL="28575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训练资源：</a:t>
            </a:r>
            <a:r>
              <a:rPr lang="en-US" altLang="zh-CN" dirty="0">
                <a:latin typeface="Times New Roman" panose="02020603050405020304" pitchFamily="18" charset="0"/>
                <a:ea typeface="华文中宋" panose="02010600040101010101" charset="-122"/>
                <a:cs typeface="+mn-ea"/>
                <a:sym typeface="Arial" panose="020B0604020202020204" pitchFamily="34" charset="0"/>
              </a:rPr>
              <a:t>4</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张</a:t>
            </a:r>
            <a:r>
              <a:rPr lang="en-US" altLang="zh-CN" dirty="0">
                <a:latin typeface="Times New Roman" panose="02020603050405020304" pitchFamily="18" charset="0"/>
                <a:ea typeface="华文中宋" panose="02010600040101010101" charset="-122"/>
                <a:cs typeface="+mn-ea"/>
                <a:sym typeface="Arial" panose="020B0604020202020204" pitchFamily="34" charset="0"/>
              </a:rPr>
              <a:t>H100(80G)</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，全量微调，因为训练样本数少，所以时间可接受</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pic>
        <p:nvPicPr>
          <p:cNvPr id="9" name="图片 8">
            <a:extLst>
              <a:ext uri="{FF2B5EF4-FFF2-40B4-BE49-F238E27FC236}">
                <a16:creationId xmlns:a16="http://schemas.microsoft.com/office/drawing/2014/main" id="{2DF14E4D-0AC7-608F-8C8C-9182915A4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12" y="3574747"/>
            <a:ext cx="9021031" cy="3119422"/>
          </a:xfrm>
          <a:prstGeom prst="rect">
            <a:avLst/>
          </a:prstGeom>
        </p:spPr>
      </p:pic>
    </p:spTree>
    <p:extLst>
      <p:ext uri="{BB962C8B-B14F-4D97-AF65-F5344CB8AC3E}">
        <p14:creationId xmlns:p14="http://schemas.microsoft.com/office/powerpoint/2010/main" val="4163867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2AAF-AE4C-895C-FFDD-B9D402D7B207}"/>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C794D4-2D84-8391-310B-F8DA71B60095}"/>
              </a:ext>
            </a:extLst>
          </p:cNvPr>
          <p:cNvSpPr>
            <a:spLocks noGrp="1"/>
          </p:cNvSpPr>
          <p:nvPr>
            <p:ph type="sldNum"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548B57D-AE10-4CF7-A9DF-59FEFA91B28E}" type="slidenum">
              <a:rPr kumimoji="0" lang="en-US" altLang="zh-CN" sz="2800" b="1" i="0" u="none" strike="noStrike" kern="1200" cap="none" spc="0" normalizeH="0" baseline="0" noProof="0">
                <a:ln>
                  <a:noFill/>
                </a:ln>
                <a:solidFill>
                  <a:srgbClr val="000000">
                    <a:lumMod val="50000"/>
                    <a:lumOff val="50000"/>
                  </a:srgbClr>
                </a:solidFill>
                <a:effectLst/>
                <a:uLnTx/>
                <a:uFillTx/>
                <a:latin typeface="Times New Roman" panose="02020603050405020304"/>
                <a:ea typeface="宋体" panose="02010600030101010101" pitchFamily="2" charset="-122"/>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zh-CN" altLang="en-US" sz="2800" b="1" i="0" u="none" strike="noStrike" kern="1200" cap="none" spc="0" normalizeH="0" baseline="0" noProof="0" dirty="0">
              <a:ln>
                <a:noFill/>
              </a:ln>
              <a:solidFill>
                <a:srgbClr val="000000">
                  <a:lumMod val="50000"/>
                  <a:lumOff val="50000"/>
                </a:srgbClr>
              </a:solidFill>
              <a:effectLst/>
              <a:uLnTx/>
              <a:uFillTx/>
              <a:latin typeface="Times New Roman" panose="02020603050405020304"/>
              <a:ea typeface="宋体" panose="02010600030101010101" pitchFamily="2" charset="-122"/>
            </a:endParaRPr>
          </a:p>
        </p:txBody>
      </p:sp>
      <p:sp>
        <p:nvSpPr>
          <p:cNvPr id="43" name="标题 1">
            <a:extLst>
              <a:ext uri="{FF2B5EF4-FFF2-40B4-BE49-F238E27FC236}">
                <a16:creationId xmlns:a16="http://schemas.microsoft.com/office/drawing/2014/main" id="{68E4D829-3469-F24A-F0E7-F98786418BDE}"/>
              </a:ext>
            </a:extLst>
          </p:cNvPr>
          <p:cNvSpPr>
            <a:spLocks noGrp="1"/>
          </p:cNvSpPr>
          <p:nvPr>
            <p:ph type="title"/>
          </p:nvPr>
        </p:nvSpPr>
        <p:spPr>
          <a:xfrm>
            <a:off x="442913" y="203060"/>
            <a:ext cx="9056851" cy="617518"/>
          </a:xfrm>
        </p:spPr>
        <p:txBody>
          <a:bodyPr>
            <a:normAutofit/>
          </a:bodyPr>
          <a:lstStyle/>
          <a:p>
            <a:r>
              <a:rPr lang="zh-CN" altLang="en-US" sz="3200" dirty="0">
                <a:latin typeface="Times New Roman" panose="02020603050405020304"/>
                <a:ea typeface="华文中宋" panose="02010600040101010101" charset="-122"/>
              </a:rPr>
              <a:t>实验结果</a:t>
            </a:r>
            <a:endParaRPr lang="zh-CN" sz="3200" dirty="0">
              <a:latin typeface="Times New Roman" panose="02020603050405020304"/>
              <a:ea typeface="华文中宋" panose="02010600040101010101" charset="-122"/>
            </a:endParaRPr>
          </a:p>
        </p:txBody>
      </p:sp>
      <p:sp>
        <p:nvSpPr>
          <p:cNvPr id="3" name="文本框 2">
            <a:extLst>
              <a:ext uri="{FF2B5EF4-FFF2-40B4-BE49-F238E27FC236}">
                <a16:creationId xmlns:a16="http://schemas.microsoft.com/office/drawing/2014/main" id="{FD2D010A-EFF5-6121-C832-829A6C8C9359}"/>
              </a:ext>
            </a:extLst>
          </p:cNvPr>
          <p:cNvSpPr txBox="1"/>
          <p:nvPr/>
        </p:nvSpPr>
        <p:spPr>
          <a:xfrm>
            <a:off x="622312" y="957919"/>
            <a:ext cx="5244577" cy="458652"/>
          </a:xfrm>
          <a:prstGeom prst="rect">
            <a:avLst/>
          </a:prstGeom>
          <a:noFill/>
        </p:spPr>
        <p:txBody>
          <a:bodyPr wrap="square" rtlCol="0">
            <a:spAutoFit/>
          </a:bodyPr>
          <a:lstStyle/>
          <a:p>
            <a:pPr marL="28575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GRPO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的效果略优于</a:t>
            </a:r>
            <a:r>
              <a:rPr lang="en-US" altLang="zh-CN" dirty="0">
                <a:latin typeface="Times New Roman" panose="02020603050405020304" pitchFamily="18" charset="0"/>
                <a:ea typeface="华文中宋" panose="02010600040101010101" charset="-122"/>
                <a:cs typeface="+mn-ea"/>
                <a:sym typeface="Arial" panose="020B0604020202020204" pitchFamily="34" charset="0"/>
              </a:rPr>
              <a:t>PPO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a:t>
            </a:r>
            <a:r>
              <a:rPr lang="en-US" altLang="zh-CN" dirty="0">
                <a:latin typeface="Times New Roman" panose="02020603050405020304" pitchFamily="18" charset="0"/>
                <a:ea typeface="华文中宋" panose="02010600040101010101" charset="-122"/>
                <a:cs typeface="+mn-ea"/>
                <a:sym typeface="Arial" panose="020B0604020202020204" pitchFamily="34" charset="0"/>
              </a:rPr>
              <a:t>Qwen</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效果优于</a:t>
            </a:r>
            <a:r>
              <a:rPr lang="en-US" altLang="zh-CN" dirty="0">
                <a:latin typeface="Times New Roman" panose="02020603050405020304" pitchFamily="18" charset="0"/>
                <a:ea typeface="华文中宋" panose="02010600040101010101" charset="-122"/>
                <a:cs typeface="+mn-ea"/>
                <a:sym typeface="Arial" panose="020B0604020202020204" pitchFamily="34" charset="0"/>
              </a:rPr>
              <a:t>Llama</a:t>
            </a:r>
          </a:p>
        </p:txBody>
      </p:sp>
      <p:pic>
        <p:nvPicPr>
          <p:cNvPr id="5" name="图片 4">
            <a:extLst>
              <a:ext uri="{FF2B5EF4-FFF2-40B4-BE49-F238E27FC236}">
                <a16:creationId xmlns:a16="http://schemas.microsoft.com/office/drawing/2014/main" id="{42845DA1-CDC1-1C2A-9D63-331A9DFB1E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536" y="1528092"/>
            <a:ext cx="4503756" cy="2182543"/>
          </a:xfrm>
          <a:prstGeom prst="rect">
            <a:avLst/>
          </a:prstGeom>
        </p:spPr>
      </p:pic>
      <p:pic>
        <p:nvPicPr>
          <p:cNvPr id="7" name="图片 6">
            <a:extLst>
              <a:ext uri="{FF2B5EF4-FFF2-40B4-BE49-F238E27FC236}">
                <a16:creationId xmlns:a16="http://schemas.microsoft.com/office/drawing/2014/main" id="{1A4C8BE4-6270-CA74-636D-505D6DD774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343" y="4191199"/>
            <a:ext cx="5195712" cy="1232185"/>
          </a:xfrm>
          <a:prstGeom prst="rect">
            <a:avLst/>
          </a:prstGeom>
        </p:spPr>
      </p:pic>
      <p:sp>
        <p:nvSpPr>
          <p:cNvPr id="8" name="文本框 7">
            <a:extLst>
              <a:ext uri="{FF2B5EF4-FFF2-40B4-BE49-F238E27FC236}">
                <a16:creationId xmlns:a16="http://schemas.microsoft.com/office/drawing/2014/main" id="{23A7AF5A-44B1-F863-A2B2-9767721DE5C3}"/>
              </a:ext>
            </a:extLst>
          </p:cNvPr>
          <p:cNvSpPr txBox="1"/>
          <p:nvPr/>
        </p:nvSpPr>
        <p:spPr>
          <a:xfrm>
            <a:off x="622312" y="3721591"/>
            <a:ext cx="10319804" cy="458652"/>
          </a:xfrm>
          <a:prstGeom prst="rect">
            <a:avLst/>
          </a:prstGeom>
          <a:noFill/>
        </p:spPr>
        <p:txBody>
          <a:bodyPr wrap="square" rtlCol="0">
            <a:spAutoFit/>
          </a:bodyPr>
          <a:lstStyle/>
          <a:p>
            <a:pPr marL="28575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Exact Answer</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用以计算</a:t>
            </a:r>
            <a:r>
              <a:rPr lang="en-US" altLang="zh-CN" dirty="0">
                <a:latin typeface="Times New Roman" panose="02020603050405020304" pitchFamily="18" charset="0"/>
                <a:ea typeface="华文中宋" panose="02010600040101010101" charset="-122"/>
                <a:cs typeface="+mn-ea"/>
                <a:sym typeface="Arial" panose="020B0604020202020204" pitchFamily="34" charset="0"/>
              </a:rPr>
              <a:t>Reward</a:t>
            </a:r>
            <a:r>
              <a:rPr lang="zh-CN" altLang="en-US" dirty="0">
                <a:latin typeface="Times New Roman" panose="02020603050405020304" pitchFamily="18" charset="0"/>
                <a:ea typeface="华文中宋" panose="02010600040101010101" charset="-122"/>
                <a:cs typeface="+mn-ea"/>
                <a:sym typeface="Arial" panose="020B0604020202020204" pitchFamily="34" charset="0"/>
              </a:rPr>
              <a:t>效果更好</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pic>
        <p:nvPicPr>
          <p:cNvPr id="11" name="图片 10">
            <a:extLst>
              <a:ext uri="{FF2B5EF4-FFF2-40B4-BE49-F238E27FC236}">
                <a16:creationId xmlns:a16="http://schemas.microsoft.com/office/drawing/2014/main" id="{B0DA781C-0E1E-6EB0-3D96-525BD35CE0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6947" y="1650235"/>
            <a:ext cx="4833587" cy="2784146"/>
          </a:xfrm>
          <a:prstGeom prst="rect">
            <a:avLst/>
          </a:prstGeom>
        </p:spPr>
      </p:pic>
      <p:sp>
        <p:nvSpPr>
          <p:cNvPr id="12" name="文本框 11">
            <a:extLst>
              <a:ext uri="{FF2B5EF4-FFF2-40B4-BE49-F238E27FC236}">
                <a16:creationId xmlns:a16="http://schemas.microsoft.com/office/drawing/2014/main" id="{DEF0B3E5-E58E-CD99-C6E8-3E49F099A1CB}"/>
              </a:ext>
            </a:extLst>
          </p:cNvPr>
          <p:cNvSpPr txBox="1"/>
          <p:nvPr/>
        </p:nvSpPr>
        <p:spPr>
          <a:xfrm>
            <a:off x="6291451" y="957919"/>
            <a:ext cx="5244577" cy="458652"/>
          </a:xfrm>
          <a:prstGeom prst="rect">
            <a:avLst/>
          </a:prstGeom>
          <a:noFill/>
        </p:spPr>
        <p:txBody>
          <a:bodyPr wrap="square" rtlCol="0">
            <a:spAutoFit/>
          </a:bodyPr>
          <a:lstStyle/>
          <a:p>
            <a:pPr marL="285750" indent="-285750">
              <a:lnSpc>
                <a:spcPct val="150000"/>
              </a:lnSpc>
              <a:buFont typeface="Wingdings" panose="05000000000000000000" pitchFamily="2" charset="2"/>
              <a:buChar char="p"/>
              <a:defRPr/>
            </a:pPr>
            <a:r>
              <a:rPr lang="zh-CN" altLang="en-US" dirty="0">
                <a:latin typeface="Times New Roman" panose="02020603050405020304" pitchFamily="18" charset="0"/>
                <a:ea typeface="华文中宋" panose="02010600040101010101" charset="-122"/>
                <a:cs typeface="+mn-ea"/>
                <a:sym typeface="Arial" panose="020B0604020202020204" pitchFamily="34" charset="0"/>
              </a:rPr>
              <a:t>更强大的</a:t>
            </a:r>
            <a:r>
              <a:rPr lang="en-US" altLang="zh-CN" dirty="0">
                <a:latin typeface="Times New Roman" panose="02020603050405020304" pitchFamily="18" charset="0"/>
                <a:ea typeface="华文中宋" panose="02010600040101010101" charset="-122"/>
                <a:cs typeface="+mn-ea"/>
                <a:sym typeface="Arial" panose="020B0604020202020204" pitchFamily="34" charset="0"/>
              </a:rPr>
              <a:t>Memory Manager</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对下游任务更好</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sp>
        <p:nvSpPr>
          <p:cNvPr id="13" name="文本框 12">
            <a:extLst>
              <a:ext uri="{FF2B5EF4-FFF2-40B4-BE49-F238E27FC236}">
                <a16:creationId xmlns:a16="http://schemas.microsoft.com/office/drawing/2014/main" id="{C25BE90F-13E6-31D5-0E2A-C19A8D3D6066}"/>
              </a:ext>
            </a:extLst>
          </p:cNvPr>
          <p:cNvSpPr txBox="1"/>
          <p:nvPr/>
        </p:nvSpPr>
        <p:spPr>
          <a:xfrm>
            <a:off x="6291451" y="4577965"/>
            <a:ext cx="5244577" cy="458652"/>
          </a:xfrm>
          <a:prstGeom prst="rect">
            <a:avLst/>
          </a:prstGeom>
          <a:noFill/>
        </p:spPr>
        <p:txBody>
          <a:bodyPr wrap="square" rtlCol="0">
            <a:spAutoFit/>
          </a:bodyPr>
          <a:lstStyle/>
          <a:p>
            <a:pPr marL="285750" indent="-285750">
              <a:lnSpc>
                <a:spcPct val="150000"/>
              </a:lnSpc>
              <a:buFont typeface="Wingdings" panose="05000000000000000000" pitchFamily="2" charset="2"/>
              <a:buChar char="p"/>
              <a:defRPr/>
            </a:pPr>
            <a:r>
              <a:rPr lang="en-US" altLang="zh-CN" dirty="0">
                <a:latin typeface="Times New Roman" panose="02020603050405020304" pitchFamily="18" charset="0"/>
                <a:ea typeface="华文中宋" panose="02010600040101010101" charset="-122"/>
                <a:cs typeface="+mn-ea"/>
                <a:sym typeface="Arial" panose="020B0604020202020204" pitchFamily="34" charset="0"/>
              </a:rPr>
              <a:t>GRPO</a:t>
            </a:r>
            <a:r>
              <a:rPr lang="zh-CN" altLang="en-US" dirty="0">
                <a:latin typeface="Times New Roman" panose="02020603050405020304" pitchFamily="18" charset="0"/>
                <a:ea typeface="华文中宋" panose="02010600040101010101" charset="-122"/>
                <a:cs typeface="+mn-ea"/>
                <a:sym typeface="Arial" panose="020B0604020202020204" pitchFamily="34" charset="0"/>
              </a:rPr>
              <a:t>强于</a:t>
            </a:r>
            <a:r>
              <a:rPr lang="en-US" altLang="zh-CN" dirty="0">
                <a:latin typeface="Times New Roman" panose="02020603050405020304" pitchFamily="18" charset="0"/>
                <a:ea typeface="华文中宋" panose="02010600040101010101" charset="-122"/>
                <a:cs typeface="+mn-ea"/>
                <a:sym typeface="Arial" panose="020B0604020202020204" pitchFamily="34" charset="0"/>
              </a:rPr>
              <a:t>PPO/SFT</a:t>
            </a:r>
            <a:r>
              <a:rPr lang="zh-CN" altLang="en-US" dirty="0">
                <a:latin typeface="Times New Roman" panose="02020603050405020304" pitchFamily="18" charset="0"/>
                <a:ea typeface="华文中宋" panose="02010600040101010101" charset="-122"/>
                <a:cs typeface="+mn-ea"/>
                <a:sym typeface="Arial" panose="020B0604020202020204" pitchFamily="34" charset="0"/>
              </a:rPr>
              <a:t>的原因可能是样本利用率高</a:t>
            </a:r>
            <a:endParaRPr lang="en-US" altLang="zh-CN" dirty="0">
              <a:latin typeface="Times New Roman" panose="02020603050405020304" pitchFamily="18" charset="0"/>
              <a:ea typeface="华文中宋" panose="02010600040101010101" charset="-122"/>
              <a:cs typeface="+mn-ea"/>
              <a:sym typeface="Arial" panose="020B0604020202020204" pitchFamily="34" charset="0"/>
            </a:endParaRPr>
          </a:p>
        </p:txBody>
      </p:sp>
    </p:spTree>
    <p:extLst>
      <p:ext uri="{BB962C8B-B14F-4D97-AF65-F5344CB8AC3E}">
        <p14:creationId xmlns:p14="http://schemas.microsoft.com/office/powerpoint/2010/main" val="400555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p:cNvPicPr>
            <a:picLocks noChangeAspect="1"/>
          </p:cNvPicPr>
          <p:nvPr/>
        </p:nvPicPr>
        <p:blipFill>
          <a:blip r:embed="rId3"/>
          <a:stretch>
            <a:fillRect/>
          </a:stretch>
        </p:blipFill>
        <p:spPr>
          <a:xfrm>
            <a:off x="0" y="0"/>
            <a:ext cx="12192000" cy="6858000"/>
          </a:xfrm>
          <a:prstGeom prst="rect">
            <a:avLst/>
          </a:prstGeom>
        </p:spPr>
      </p:pic>
      <p:sp>
        <p:nvSpPr>
          <p:cNvPr id="3" name="矩形 2"/>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a:lstStyle/>
          <a:p>
            <a:endParaRPr lang="zh-CN">
              <a:solidFill>
                <a:srgbClr val="FF0000"/>
              </a:solidFill>
              <a:latin typeface="Arial" panose="020B0604020202020204"/>
              <a:ea typeface="微软雅黑" panose="020B0503020204020204" charset="-122"/>
            </a:endParaRPr>
          </a:p>
        </p:txBody>
      </p:sp>
      <p:grpSp>
        <p:nvGrpSpPr>
          <p:cNvPr id="99" name="组合 98"/>
          <p:cNvGrpSpPr/>
          <p:nvPr/>
        </p:nvGrpSpPr>
        <p:grpSpPr>
          <a:xfrm>
            <a:off x="4654641" y="753988"/>
            <a:ext cx="2882718" cy="848212"/>
            <a:chOff x="9556201" y="498129"/>
            <a:chExt cx="1993881" cy="586680"/>
          </a:xfrm>
        </p:grpSpPr>
        <p:grpSp>
          <p:nvGrpSpPr>
            <p:cNvPr id="100" name="组合 99"/>
            <p:cNvGrpSpPr/>
            <p:nvPr/>
          </p:nvGrpSpPr>
          <p:grpSpPr>
            <a:xfrm>
              <a:off x="10239376" y="968937"/>
              <a:ext cx="1307697" cy="96254"/>
              <a:chOff x="4616246" y="3878362"/>
              <a:chExt cx="5571416" cy="410087"/>
            </a:xfrm>
            <a:solidFill>
              <a:schemeClr val="tx1">
                <a:alpha val="80000"/>
              </a:schemeClr>
            </a:solidFill>
          </p:grpSpPr>
          <p:sp>
            <p:nvSpPr>
              <p:cNvPr id="138" name="Freeform 17"/>
              <p:cNvSpPr>
                <a:spLocks noEditPoints="1"/>
              </p:cNvSpPr>
              <p:nvPr/>
            </p:nvSpPr>
            <p:spPr>
              <a:xfrm>
                <a:off x="8617798" y="3887973"/>
                <a:ext cx="362030" cy="387660"/>
              </a:xfrm>
              <a:custGeom>
                <a:avLst/>
                <a:gdLst/>
                <a:ahLst/>
                <a:cxnLst/>
                <a:rect l="0" t="0" r="r" b="b"/>
                <a:pathLst>
                  <a:path w="362030" h="387660">
                    <a:moveTo>
                      <a:pt x="96921" y="202381"/>
                    </a:moveTo>
                    <a:cubicBezTo>
                      <a:pt x="96921" y="213783"/>
                      <a:pt x="96921" y="222334"/>
                      <a:pt x="96921" y="230886"/>
                    </a:cubicBezTo>
                    <a:cubicBezTo>
                      <a:pt x="96921" y="262241"/>
                      <a:pt x="96921" y="293595"/>
                      <a:pt x="96921" y="324950"/>
                    </a:cubicBezTo>
                    <a:cubicBezTo>
                      <a:pt x="96921" y="333502"/>
                      <a:pt x="96921" y="339203"/>
                      <a:pt x="99772" y="347754"/>
                    </a:cubicBezTo>
                    <a:cubicBezTo>
                      <a:pt x="99772" y="356305"/>
                      <a:pt x="105473" y="362006"/>
                      <a:pt x="114025" y="362006"/>
                    </a:cubicBezTo>
                    <a:cubicBezTo>
                      <a:pt x="122577" y="362006"/>
                      <a:pt x="131129" y="364856"/>
                      <a:pt x="139681" y="364856"/>
                    </a:cubicBezTo>
                    <a:cubicBezTo>
                      <a:pt x="139681" y="370557"/>
                      <a:pt x="139681" y="379109"/>
                      <a:pt x="139681" y="384810"/>
                    </a:cubicBezTo>
                    <a:cubicBezTo>
                      <a:pt x="94071" y="384810"/>
                      <a:pt x="48461" y="384810"/>
                      <a:pt x="2851" y="384810"/>
                    </a:cubicBezTo>
                    <a:cubicBezTo>
                      <a:pt x="0" y="381959"/>
                      <a:pt x="0" y="379109"/>
                      <a:pt x="0" y="376258"/>
                    </a:cubicBezTo>
                    <a:cubicBezTo>
                      <a:pt x="0" y="373408"/>
                      <a:pt x="0" y="370557"/>
                      <a:pt x="0" y="364856"/>
                    </a:cubicBezTo>
                    <a:cubicBezTo>
                      <a:pt x="8552" y="364856"/>
                      <a:pt x="17104" y="364856"/>
                      <a:pt x="25656" y="362006"/>
                    </a:cubicBezTo>
                    <a:cubicBezTo>
                      <a:pt x="39909" y="359156"/>
                      <a:pt x="42759" y="356305"/>
                      <a:pt x="45610" y="342053"/>
                    </a:cubicBezTo>
                    <a:cubicBezTo>
                      <a:pt x="45610" y="333502"/>
                      <a:pt x="48461" y="324950"/>
                      <a:pt x="48461" y="316399"/>
                    </a:cubicBezTo>
                    <a:cubicBezTo>
                      <a:pt x="48461" y="230886"/>
                      <a:pt x="48461" y="148223"/>
                      <a:pt x="48461" y="62710"/>
                    </a:cubicBezTo>
                    <a:cubicBezTo>
                      <a:pt x="48461" y="57009"/>
                      <a:pt x="45610" y="48458"/>
                      <a:pt x="45610" y="42757"/>
                    </a:cubicBezTo>
                    <a:cubicBezTo>
                      <a:pt x="42759" y="31355"/>
                      <a:pt x="37058" y="25654"/>
                      <a:pt x="25656" y="25654"/>
                    </a:cubicBezTo>
                    <a:cubicBezTo>
                      <a:pt x="17104" y="22804"/>
                      <a:pt x="8552" y="22804"/>
                      <a:pt x="0" y="22804"/>
                    </a:cubicBezTo>
                    <a:cubicBezTo>
                      <a:pt x="0" y="14252"/>
                      <a:pt x="0" y="8551"/>
                      <a:pt x="0" y="2850"/>
                    </a:cubicBezTo>
                    <a:cubicBezTo>
                      <a:pt x="5701" y="2850"/>
                      <a:pt x="8552" y="0"/>
                      <a:pt x="11403" y="0"/>
                    </a:cubicBezTo>
                    <a:cubicBezTo>
                      <a:pt x="74116" y="0"/>
                      <a:pt x="139681" y="0"/>
                      <a:pt x="202395" y="0"/>
                    </a:cubicBezTo>
                    <a:cubicBezTo>
                      <a:pt x="225200" y="0"/>
                      <a:pt x="245154" y="2850"/>
                      <a:pt x="267959" y="11402"/>
                    </a:cubicBezTo>
                    <a:cubicBezTo>
                      <a:pt x="307868" y="25654"/>
                      <a:pt x="327822" y="51308"/>
                      <a:pt x="330673" y="91214"/>
                    </a:cubicBezTo>
                    <a:cubicBezTo>
                      <a:pt x="333524" y="136821"/>
                      <a:pt x="313569" y="171026"/>
                      <a:pt x="276511" y="188129"/>
                    </a:cubicBezTo>
                    <a:cubicBezTo>
                      <a:pt x="259407" y="193830"/>
                      <a:pt x="245154" y="199531"/>
                      <a:pt x="228050" y="199531"/>
                    </a:cubicBezTo>
                    <a:cubicBezTo>
                      <a:pt x="219499" y="199531"/>
                      <a:pt x="210947" y="202381"/>
                      <a:pt x="202395" y="202381"/>
                    </a:cubicBezTo>
                    <a:cubicBezTo>
                      <a:pt x="205245" y="208082"/>
                      <a:pt x="208096" y="210933"/>
                      <a:pt x="208096" y="213783"/>
                    </a:cubicBezTo>
                    <a:cubicBezTo>
                      <a:pt x="239453" y="250839"/>
                      <a:pt x="267959" y="287895"/>
                      <a:pt x="296466" y="324950"/>
                    </a:cubicBezTo>
                    <a:cubicBezTo>
                      <a:pt x="299316" y="327801"/>
                      <a:pt x="299316" y="327801"/>
                      <a:pt x="299316" y="330651"/>
                    </a:cubicBezTo>
                    <a:cubicBezTo>
                      <a:pt x="316420" y="347754"/>
                      <a:pt x="333524" y="364856"/>
                      <a:pt x="362030" y="364856"/>
                    </a:cubicBezTo>
                    <a:cubicBezTo>
                      <a:pt x="362030" y="370557"/>
                      <a:pt x="362030" y="379109"/>
                      <a:pt x="362030" y="384810"/>
                    </a:cubicBezTo>
                    <a:cubicBezTo>
                      <a:pt x="353478" y="384810"/>
                      <a:pt x="342076" y="384810"/>
                      <a:pt x="330673" y="384810"/>
                    </a:cubicBezTo>
                    <a:cubicBezTo>
                      <a:pt x="316420" y="384810"/>
                      <a:pt x="305017" y="384810"/>
                      <a:pt x="290764" y="387660"/>
                    </a:cubicBezTo>
                    <a:cubicBezTo>
                      <a:pt x="282212" y="387660"/>
                      <a:pt x="276511" y="381959"/>
                      <a:pt x="273660" y="376258"/>
                    </a:cubicBezTo>
                    <a:cubicBezTo>
                      <a:pt x="236602" y="327801"/>
                      <a:pt x="202395" y="282194"/>
                      <a:pt x="168187" y="233736"/>
                    </a:cubicBezTo>
                    <a:cubicBezTo>
                      <a:pt x="162486" y="225185"/>
                      <a:pt x="153934" y="216634"/>
                      <a:pt x="148233" y="208082"/>
                    </a:cubicBezTo>
                    <a:cubicBezTo>
                      <a:pt x="145382" y="205232"/>
                      <a:pt x="142531" y="202381"/>
                      <a:pt x="139681" y="202381"/>
                    </a:cubicBezTo>
                    <a:cubicBezTo>
                      <a:pt x="125428" y="202381"/>
                      <a:pt x="111175" y="202381"/>
                      <a:pt x="96921" y="202381"/>
                    </a:cubicBezTo>
                    <a:close/>
                    <a:moveTo>
                      <a:pt x="96921" y="173877"/>
                    </a:moveTo>
                    <a:cubicBezTo>
                      <a:pt x="99772" y="176727"/>
                      <a:pt x="102623" y="176727"/>
                      <a:pt x="102623" y="176727"/>
                    </a:cubicBezTo>
                    <a:cubicBezTo>
                      <a:pt x="131129" y="176727"/>
                      <a:pt x="159635" y="176727"/>
                      <a:pt x="188142" y="176727"/>
                    </a:cubicBezTo>
                    <a:cubicBezTo>
                      <a:pt x="205245" y="173877"/>
                      <a:pt x="219499" y="171026"/>
                      <a:pt x="233752" y="168176"/>
                    </a:cubicBezTo>
                    <a:cubicBezTo>
                      <a:pt x="256557" y="159625"/>
                      <a:pt x="267959" y="145373"/>
                      <a:pt x="273660" y="125419"/>
                    </a:cubicBezTo>
                    <a:cubicBezTo>
                      <a:pt x="273660" y="111167"/>
                      <a:pt x="276511" y="96915"/>
                      <a:pt x="273660" y="82663"/>
                    </a:cubicBezTo>
                    <a:cubicBezTo>
                      <a:pt x="270810" y="57009"/>
                      <a:pt x="256557" y="42757"/>
                      <a:pt x="230901" y="34205"/>
                    </a:cubicBezTo>
                    <a:cubicBezTo>
                      <a:pt x="219499" y="31355"/>
                      <a:pt x="210947" y="31355"/>
                      <a:pt x="199544" y="31355"/>
                    </a:cubicBezTo>
                    <a:cubicBezTo>
                      <a:pt x="168187" y="28504"/>
                      <a:pt x="136830" y="31355"/>
                      <a:pt x="105473" y="31355"/>
                    </a:cubicBezTo>
                    <a:cubicBezTo>
                      <a:pt x="102623" y="31355"/>
                      <a:pt x="99772" y="31355"/>
                      <a:pt x="96921" y="31355"/>
                    </a:cubicBezTo>
                    <a:cubicBezTo>
                      <a:pt x="96921" y="79812"/>
                      <a:pt x="96921" y="125419"/>
                      <a:pt x="96921" y="17387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9" name="Freeform 18"/>
              <p:cNvSpPr/>
              <p:nvPr/>
            </p:nvSpPr>
            <p:spPr>
              <a:xfrm>
                <a:off x="5333898" y="3887973"/>
                <a:ext cx="362030" cy="384457"/>
              </a:xfrm>
              <a:custGeom>
                <a:avLst/>
                <a:gdLst/>
                <a:ahLst/>
                <a:cxnLst/>
                <a:rect l="0" t="0" r="r" b="b"/>
                <a:pathLst>
                  <a:path w="362030" h="384457">
                    <a:moveTo>
                      <a:pt x="142531" y="199348"/>
                    </a:moveTo>
                    <a:cubicBezTo>
                      <a:pt x="125428" y="216435"/>
                      <a:pt x="111175" y="230674"/>
                      <a:pt x="96921" y="247761"/>
                    </a:cubicBezTo>
                    <a:cubicBezTo>
                      <a:pt x="94071" y="250609"/>
                      <a:pt x="94071" y="253457"/>
                      <a:pt x="94071" y="256305"/>
                    </a:cubicBezTo>
                    <a:cubicBezTo>
                      <a:pt x="94071" y="281935"/>
                      <a:pt x="94071" y="304718"/>
                      <a:pt x="94071" y="330348"/>
                    </a:cubicBezTo>
                    <a:cubicBezTo>
                      <a:pt x="94071" y="333196"/>
                      <a:pt x="94071" y="336044"/>
                      <a:pt x="96921" y="341740"/>
                    </a:cubicBezTo>
                    <a:cubicBezTo>
                      <a:pt x="99772" y="355979"/>
                      <a:pt x="102623" y="358827"/>
                      <a:pt x="116876" y="361674"/>
                    </a:cubicBezTo>
                    <a:cubicBezTo>
                      <a:pt x="125428" y="361674"/>
                      <a:pt x="131129" y="364522"/>
                      <a:pt x="139681" y="364522"/>
                    </a:cubicBezTo>
                    <a:cubicBezTo>
                      <a:pt x="139681" y="370218"/>
                      <a:pt x="139681" y="378761"/>
                      <a:pt x="139681" y="384457"/>
                    </a:cubicBezTo>
                    <a:cubicBezTo>
                      <a:pt x="94071" y="384457"/>
                      <a:pt x="48461" y="384457"/>
                      <a:pt x="0" y="384457"/>
                    </a:cubicBezTo>
                    <a:cubicBezTo>
                      <a:pt x="0" y="378761"/>
                      <a:pt x="0" y="373066"/>
                      <a:pt x="0" y="364522"/>
                    </a:cubicBezTo>
                    <a:cubicBezTo>
                      <a:pt x="5701" y="364522"/>
                      <a:pt x="14253" y="364522"/>
                      <a:pt x="19954" y="364522"/>
                    </a:cubicBezTo>
                    <a:cubicBezTo>
                      <a:pt x="39909" y="361674"/>
                      <a:pt x="45610" y="355979"/>
                      <a:pt x="45610" y="336044"/>
                    </a:cubicBezTo>
                    <a:cubicBezTo>
                      <a:pt x="45610" y="327500"/>
                      <a:pt x="45610" y="321805"/>
                      <a:pt x="45610" y="316109"/>
                    </a:cubicBezTo>
                    <a:cubicBezTo>
                      <a:pt x="45610" y="233522"/>
                      <a:pt x="45610" y="150935"/>
                      <a:pt x="45610" y="68348"/>
                    </a:cubicBezTo>
                    <a:cubicBezTo>
                      <a:pt x="45610" y="59804"/>
                      <a:pt x="45610" y="51261"/>
                      <a:pt x="45610" y="45565"/>
                    </a:cubicBezTo>
                    <a:cubicBezTo>
                      <a:pt x="42759" y="31326"/>
                      <a:pt x="37058" y="25630"/>
                      <a:pt x="22805" y="25630"/>
                    </a:cubicBezTo>
                    <a:cubicBezTo>
                      <a:pt x="14253" y="22783"/>
                      <a:pt x="8552" y="22783"/>
                      <a:pt x="0" y="22783"/>
                    </a:cubicBezTo>
                    <a:cubicBezTo>
                      <a:pt x="0" y="14239"/>
                      <a:pt x="0" y="8543"/>
                      <a:pt x="0" y="2848"/>
                    </a:cubicBezTo>
                    <a:cubicBezTo>
                      <a:pt x="11403" y="0"/>
                      <a:pt x="114025" y="0"/>
                      <a:pt x="139681" y="2848"/>
                    </a:cubicBezTo>
                    <a:cubicBezTo>
                      <a:pt x="139681" y="8543"/>
                      <a:pt x="142531" y="14239"/>
                      <a:pt x="142531" y="22783"/>
                    </a:cubicBezTo>
                    <a:cubicBezTo>
                      <a:pt x="133980" y="22783"/>
                      <a:pt x="125428" y="22783"/>
                      <a:pt x="116876" y="25630"/>
                    </a:cubicBezTo>
                    <a:cubicBezTo>
                      <a:pt x="105473" y="25630"/>
                      <a:pt x="96921" y="31326"/>
                      <a:pt x="96921" y="45565"/>
                    </a:cubicBezTo>
                    <a:cubicBezTo>
                      <a:pt x="94071" y="51261"/>
                      <a:pt x="94071" y="56957"/>
                      <a:pt x="94071" y="65500"/>
                    </a:cubicBezTo>
                    <a:cubicBezTo>
                      <a:pt x="94071" y="111065"/>
                      <a:pt x="94071" y="153783"/>
                      <a:pt x="94071" y="199348"/>
                    </a:cubicBezTo>
                    <a:cubicBezTo>
                      <a:pt x="94071" y="202196"/>
                      <a:pt x="94071" y="205044"/>
                      <a:pt x="94071" y="207892"/>
                    </a:cubicBezTo>
                    <a:cubicBezTo>
                      <a:pt x="99772" y="205044"/>
                      <a:pt x="102623" y="205044"/>
                      <a:pt x="102623" y="202196"/>
                    </a:cubicBezTo>
                    <a:cubicBezTo>
                      <a:pt x="148233" y="153783"/>
                      <a:pt x="190992" y="105370"/>
                      <a:pt x="236602" y="54109"/>
                    </a:cubicBezTo>
                    <a:cubicBezTo>
                      <a:pt x="239453" y="51261"/>
                      <a:pt x="242304" y="45565"/>
                      <a:pt x="245154" y="39870"/>
                    </a:cubicBezTo>
                    <a:cubicBezTo>
                      <a:pt x="250855" y="34174"/>
                      <a:pt x="248005" y="28478"/>
                      <a:pt x="239453" y="25630"/>
                    </a:cubicBezTo>
                    <a:cubicBezTo>
                      <a:pt x="230901" y="22783"/>
                      <a:pt x="225200" y="22783"/>
                      <a:pt x="216648" y="22783"/>
                    </a:cubicBezTo>
                    <a:cubicBezTo>
                      <a:pt x="216648" y="14239"/>
                      <a:pt x="216648" y="8543"/>
                      <a:pt x="216648" y="2848"/>
                    </a:cubicBezTo>
                    <a:cubicBezTo>
                      <a:pt x="225200" y="0"/>
                      <a:pt x="324972" y="0"/>
                      <a:pt x="347777" y="2848"/>
                    </a:cubicBezTo>
                    <a:cubicBezTo>
                      <a:pt x="347777" y="8543"/>
                      <a:pt x="347777" y="14239"/>
                      <a:pt x="347777" y="22783"/>
                    </a:cubicBezTo>
                    <a:cubicBezTo>
                      <a:pt x="344926" y="22783"/>
                      <a:pt x="342076" y="22783"/>
                      <a:pt x="336374" y="22783"/>
                    </a:cubicBezTo>
                    <a:cubicBezTo>
                      <a:pt x="316420" y="25630"/>
                      <a:pt x="296466" y="34174"/>
                      <a:pt x="282212" y="51261"/>
                    </a:cubicBezTo>
                    <a:cubicBezTo>
                      <a:pt x="262258" y="71196"/>
                      <a:pt x="242304" y="93978"/>
                      <a:pt x="219499" y="116761"/>
                    </a:cubicBezTo>
                    <a:cubicBezTo>
                      <a:pt x="205245" y="131000"/>
                      <a:pt x="190992" y="148087"/>
                      <a:pt x="176739" y="162326"/>
                    </a:cubicBezTo>
                    <a:cubicBezTo>
                      <a:pt x="179590" y="165174"/>
                      <a:pt x="182440" y="168022"/>
                      <a:pt x="182440" y="173718"/>
                    </a:cubicBezTo>
                    <a:cubicBezTo>
                      <a:pt x="219499" y="222131"/>
                      <a:pt x="256557" y="270544"/>
                      <a:pt x="290764" y="321805"/>
                    </a:cubicBezTo>
                    <a:cubicBezTo>
                      <a:pt x="296466" y="327500"/>
                      <a:pt x="302167" y="336044"/>
                      <a:pt x="307868" y="341740"/>
                    </a:cubicBezTo>
                    <a:cubicBezTo>
                      <a:pt x="319271" y="353131"/>
                      <a:pt x="333524" y="361674"/>
                      <a:pt x="350627" y="361674"/>
                    </a:cubicBezTo>
                    <a:cubicBezTo>
                      <a:pt x="353478" y="364522"/>
                      <a:pt x="356329" y="364522"/>
                      <a:pt x="362030" y="364522"/>
                    </a:cubicBezTo>
                    <a:cubicBezTo>
                      <a:pt x="362030" y="370218"/>
                      <a:pt x="362030" y="378761"/>
                      <a:pt x="362030" y="384457"/>
                    </a:cubicBezTo>
                    <a:cubicBezTo>
                      <a:pt x="310719" y="384457"/>
                      <a:pt x="259407" y="384457"/>
                      <a:pt x="208096" y="384457"/>
                    </a:cubicBezTo>
                    <a:cubicBezTo>
                      <a:pt x="208096" y="378761"/>
                      <a:pt x="208096" y="373066"/>
                      <a:pt x="208096" y="364522"/>
                    </a:cubicBezTo>
                    <a:cubicBezTo>
                      <a:pt x="213797" y="364522"/>
                      <a:pt x="222349" y="364522"/>
                      <a:pt x="228050" y="361674"/>
                    </a:cubicBezTo>
                    <a:cubicBezTo>
                      <a:pt x="242304" y="361674"/>
                      <a:pt x="245154" y="355979"/>
                      <a:pt x="239453" y="341740"/>
                    </a:cubicBezTo>
                    <a:cubicBezTo>
                      <a:pt x="239453" y="336044"/>
                      <a:pt x="236602" y="333196"/>
                      <a:pt x="233752" y="327500"/>
                    </a:cubicBezTo>
                    <a:cubicBezTo>
                      <a:pt x="205245" y="287631"/>
                      <a:pt x="173888" y="244913"/>
                      <a:pt x="145382" y="205044"/>
                    </a:cubicBezTo>
                    <a:cubicBezTo>
                      <a:pt x="145382" y="202196"/>
                      <a:pt x="142531" y="202196"/>
                      <a:pt x="142531"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0" name="Freeform 19"/>
              <p:cNvSpPr/>
              <p:nvPr/>
            </p:nvSpPr>
            <p:spPr>
              <a:xfrm>
                <a:off x="7278607" y="3887973"/>
                <a:ext cx="358826" cy="384457"/>
              </a:xfrm>
              <a:custGeom>
                <a:avLst/>
                <a:gdLst/>
                <a:ahLst/>
                <a:cxnLst/>
                <a:rect l="0" t="0" r="r" b="b"/>
                <a:pathLst>
                  <a:path w="358826" h="384457">
                    <a:moveTo>
                      <a:pt x="79739" y="45565"/>
                    </a:moveTo>
                    <a:cubicBezTo>
                      <a:pt x="79739" y="48413"/>
                      <a:pt x="79739" y="54109"/>
                      <a:pt x="79739" y="56957"/>
                    </a:cubicBezTo>
                    <a:cubicBezTo>
                      <a:pt x="79739" y="142391"/>
                      <a:pt x="79739" y="224979"/>
                      <a:pt x="79739" y="310413"/>
                    </a:cubicBezTo>
                    <a:cubicBezTo>
                      <a:pt x="79739" y="318957"/>
                      <a:pt x="79739" y="327500"/>
                      <a:pt x="79739" y="338892"/>
                    </a:cubicBezTo>
                    <a:cubicBezTo>
                      <a:pt x="82587" y="353131"/>
                      <a:pt x="88283" y="358827"/>
                      <a:pt x="105370" y="361674"/>
                    </a:cubicBezTo>
                    <a:cubicBezTo>
                      <a:pt x="111065" y="361674"/>
                      <a:pt x="116761" y="364522"/>
                      <a:pt x="125304" y="364522"/>
                    </a:cubicBezTo>
                    <a:cubicBezTo>
                      <a:pt x="125304" y="370218"/>
                      <a:pt x="125304" y="378761"/>
                      <a:pt x="125304" y="384457"/>
                    </a:cubicBezTo>
                    <a:cubicBezTo>
                      <a:pt x="82587" y="384457"/>
                      <a:pt x="42717" y="384457"/>
                      <a:pt x="0" y="384457"/>
                    </a:cubicBezTo>
                    <a:cubicBezTo>
                      <a:pt x="0" y="378761"/>
                      <a:pt x="0" y="373066"/>
                      <a:pt x="0" y="364522"/>
                    </a:cubicBezTo>
                    <a:cubicBezTo>
                      <a:pt x="8543" y="364522"/>
                      <a:pt x="14239" y="361674"/>
                      <a:pt x="22783" y="361674"/>
                    </a:cubicBezTo>
                    <a:cubicBezTo>
                      <a:pt x="34174" y="361674"/>
                      <a:pt x="42717" y="353131"/>
                      <a:pt x="45565" y="341740"/>
                    </a:cubicBezTo>
                    <a:cubicBezTo>
                      <a:pt x="45565" y="336044"/>
                      <a:pt x="45565" y="327500"/>
                      <a:pt x="45565" y="321805"/>
                    </a:cubicBezTo>
                    <a:cubicBezTo>
                      <a:pt x="45565" y="233522"/>
                      <a:pt x="45565" y="142391"/>
                      <a:pt x="45565" y="54109"/>
                    </a:cubicBezTo>
                    <a:cubicBezTo>
                      <a:pt x="45565" y="51261"/>
                      <a:pt x="45565" y="48413"/>
                      <a:pt x="45565" y="42717"/>
                    </a:cubicBezTo>
                    <a:cubicBezTo>
                      <a:pt x="45565" y="31326"/>
                      <a:pt x="39870" y="25630"/>
                      <a:pt x="25630" y="25630"/>
                    </a:cubicBezTo>
                    <a:cubicBezTo>
                      <a:pt x="22783" y="22783"/>
                      <a:pt x="19935" y="22783"/>
                      <a:pt x="14239" y="22783"/>
                    </a:cubicBezTo>
                    <a:cubicBezTo>
                      <a:pt x="11391" y="22783"/>
                      <a:pt x="5696" y="22783"/>
                      <a:pt x="2848" y="22783"/>
                    </a:cubicBezTo>
                    <a:cubicBezTo>
                      <a:pt x="2848" y="14239"/>
                      <a:pt x="2848" y="8543"/>
                      <a:pt x="2848" y="2848"/>
                    </a:cubicBezTo>
                    <a:cubicBezTo>
                      <a:pt x="39870" y="2848"/>
                      <a:pt x="76891" y="2848"/>
                      <a:pt x="113913" y="2848"/>
                    </a:cubicBezTo>
                    <a:cubicBezTo>
                      <a:pt x="168022" y="96826"/>
                      <a:pt x="224978" y="190805"/>
                      <a:pt x="279087" y="284783"/>
                    </a:cubicBezTo>
                    <a:cubicBezTo>
                      <a:pt x="279087" y="284783"/>
                      <a:pt x="281935" y="284783"/>
                      <a:pt x="281935" y="284783"/>
                    </a:cubicBezTo>
                    <a:cubicBezTo>
                      <a:pt x="281935" y="281935"/>
                      <a:pt x="281935" y="276239"/>
                      <a:pt x="281935" y="273392"/>
                    </a:cubicBezTo>
                    <a:cubicBezTo>
                      <a:pt x="281935" y="205044"/>
                      <a:pt x="281935" y="136696"/>
                      <a:pt x="281935" y="68348"/>
                    </a:cubicBezTo>
                    <a:cubicBezTo>
                      <a:pt x="281935" y="59804"/>
                      <a:pt x="281935" y="54109"/>
                      <a:pt x="279087" y="45565"/>
                    </a:cubicBezTo>
                    <a:cubicBezTo>
                      <a:pt x="276239" y="34174"/>
                      <a:pt x="267696" y="25630"/>
                      <a:pt x="256304" y="25630"/>
                    </a:cubicBezTo>
                    <a:cubicBezTo>
                      <a:pt x="250609" y="22783"/>
                      <a:pt x="244913" y="22783"/>
                      <a:pt x="236370" y="22783"/>
                    </a:cubicBezTo>
                    <a:cubicBezTo>
                      <a:pt x="236370" y="14239"/>
                      <a:pt x="236370" y="8543"/>
                      <a:pt x="236370" y="2848"/>
                    </a:cubicBezTo>
                    <a:cubicBezTo>
                      <a:pt x="247761" y="0"/>
                      <a:pt x="327500" y="0"/>
                      <a:pt x="358826" y="2848"/>
                    </a:cubicBezTo>
                    <a:cubicBezTo>
                      <a:pt x="358826" y="8543"/>
                      <a:pt x="358826" y="14239"/>
                      <a:pt x="358826" y="22783"/>
                    </a:cubicBezTo>
                    <a:cubicBezTo>
                      <a:pt x="353130" y="22783"/>
                      <a:pt x="347435" y="22783"/>
                      <a:pt x="338891" y="25630"/>
                    </a:cubicBezTo>
                    <a:cubicBezTo>
                      <a:pt x="327500" y="25630"/>
                      <a:pt x="318956" y="34174"/>
                      <a:pt x="316109" y="45565"/>
                    </a:cubicBezTo>
                    <a:cubicBezTo>
                      <a:pt x="316109" y="56957"/>
                      <a:pt x="313261" y="65500"/>
                      <a:pt x="313261" y="76891"/>
                    </a:cubicBezTo>
                    <a:cubicBezTo>
                      <a:pt x="313261" y="173718"/>
                      <a:pt x="313261" y="270544"/>
                      <a:pt x="313261" y="367370"/>
                    </a:cubicBezTo>
                    <a:cubicBezTo>
                      <a:pt x="313261" y="373066"/>
                      <a:pt x="313261" y="378761"/>
                      <a:pt x="313261" y="384457"/>
                    </a:cubicBezTo>
                    <a:cubicBezTo>
                      <a:pt x="301869" y="384457"/>
                      <a:pt x="293326" y="384457"/>
                      <a:pt x="281935" y="384457"/>
                    </a:cubicBezTo>
                    <a:cubicBezTo>
                      <a:pt x="216435" y="270544"/>
                      <a:pt x="148087" y="156631"/>
                      <a:pt x="82587" y="42717"/>
                    </a:cubicBezTo>
                    <a:cubicBezTo>
                      <a:pt x="79739" y="42717"/>
                      <a:pt x="79739" y="42717"/>
                      <a:pt x="79739" y="4556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1" name="Freeform 20"/>
              <p:cNvSpPr/>
              <p:nvPr/>
            </p:nvSpPr>
            <p:spPr>
              <a:xfrm>
                <a:off x="8233341" y="3887973"/>
                <a:ext cx="352419" cy="384457"/>
              </a:xfrm>
              <a:custGeom>
                <a:avLst/>
                <a:gdLst/>
                <a:ahLst/>
                <a:cxnLst/>
                <a:rect l="0" t="0" r="r" b="b"/>
                <a:pathLst>
                  <a:path w="352419" h="384457">
                    <a:moveTo>
                      <a:pt x="0" y="22783"/>
                    </a:moveTo>
                    <a:cubicBezTo>
                      <a:pt x="0" y="14239"/>
                      <a:pt x="0" y="8543"/>
                      <a:pt x="0" y="2848"/>
                    </a:cubicBezTo>
                    <a:cubicBezTo>
                      <a:pt x="8526" y="0"/>
                      <a:pt x="278525" y="0"/>
                      <a:pt x="298419" y="2848"/>
                    </a:cubicBezTo>
                    <a:cubicBezTo>
                      <a:pt x="309788" y="34174"/>
                      <a:pt x="321156" y="68348"/>
                      <a:pt x="332524" y="99674"/>
                    </a:cubicBezTo>
                    <a:cubicBezTo>
                      <a:pt x="326840" y="105370"/>
                      <a:pt x="318314" y="108218"/>
                      <a:pt x="312630" y="111065"/>
                    </a:cubicBezTo>
                    <a:cubicBezTo>
                      <a:pt x="309788" y="102522"/>
                      <a:pt x="306946" y="99674"/>
                      <a:pt x="304103" y="93978"/>
                    </a:cubicBezTo>
                    <a:cubicBezTo>
                      <a:pt x="287051" y="56957"/>
                      <a:pt x="261472" y="37022"/>
                      <a:pt x="221683" y="31326"/>
                    </a:cubicBezTo>
                    <a:cubicBezTo>
                      <a:pt x="179052" y="28478"/>
                      <a:pt x="136420" y="31326"/>
                      <a:pt x="96631" y="31326"/>
                    </a:cubicBezTo>
                    <a:cubicBezTo>
                      <a:pt x="93789" y="42717"/>
                      <a:pt x="93789" y="156631"/>
                      <a:pt x="96631" y="173718"/>
                    </a:cubicBezTo>
                    <a:cubicBezTo>
                      <a:pt x="116526" y="173718"/>
                      <a:pt x="136420" y="173718"/>
                      <a:pt x="156315" y="170870"/>
                    </a:cubicBezTo>
                    <a:cubicBezTo>
                      <a:pt x="181894" y="168022"/>
                      <a:pt x="193262" y="153783"/>
                      <a:pt x="196104" y="128152"/>
                    </a:cubicBezTo>
                    <a:cubicBezTo>
                      <a:pt x="198946" y="119609"/>
                      <a:pt x="198946" y="111065"/>
                      <a:pt x="198946" y="102522"/>
                    </a:cubicBezTo>
                    <a:cubicBezTo>
                      <a:pt x="207472" y="102522"/>
                      <a:pt x="213157" y="102522"/>
                      <a:pt x="221683" y="102522"/>
                    </a:cubicBezTo>
                    <a:cubicBezTo>
                      <a:pt x="221683" y="159478"/>
                      <a:pt x="221683" y="213587"/>
                      <a:pt x="221683" y="270544"/>
                    </a:cubicBezTo>
                    <a:cubicBezTo>
                      <a:pt x="218841" y="270544"/>
                      <a:pt x="215999" y="270544"/>
                      <a:pt x="210315" y="270544"/>
                    </a:cubicBezTo>
                    <a:cubicBezTo>
                      <a:pt x="207472" y="270544"/>
                      <a:pt x="204630" y="270544"/>
                      <a:pt x="198946" y="270544"/>
                    </a:cubicBezTo>
                    <a:cubicBezTo>
                      <a:pt x="198946" y="264848"/>
                      <a:pt x="198946" y="256305"/>
                      <a:pt x="198946" y="250609"/>
                    </a:cubicBezTo>
                    <a:cubicBezTo>
                      <a:pt x="196104" y="244913"/>
                      <a:pt x="196104" y="236370"/>
                      <a:pt x="193262" y="230674"/>
                    </a:cubicBezTo>
                    <a:cubicBezTo>
                      <a:pt x="190420" y="213587"/>
                      <a:pt x="181894" y="205044"/>
                      <a:pt x="164841" y="202196"/>
                    </a:cubicBezTo>
                    <a:cubicBezTo>
                      <a:pt x="142104" y="196500"/>
                      <a:pt x="119368" y="199348"/>
                      <a:pt x="96631" y="199348"/>
                    </a:cubicBezTo>
                    <a:cubicBezTo>
                      <a:pt x="93789" y="205044"/>
                      <a:pt x="93789" y="207892"/>
                      <a:pt x="93789" y="210739"/>
                    </a:cubicBezTo>
                    <a:cubicBezTo>
                      <a:pt x="93789" y="250609"/>
                      <a:pt x="93789" y="290479"/>
                      <a:pt x="93789" y="327500"/>
                    </a:cubicBezTo>
                    <a:cubicBezTo>
                      <a:pt x="93789" y="353131"/>
                      <a:pt x="96631" y="355979"/>
                      <a:pt x="122210" y="355979"/>
                    </a:cubicBezTo>
                    <a:cubicBezTo>
                      <a:pt x="147789" y="355979"/>
                      <a:pt x="170525" y="355979"/>
                      <a:pt x="196104" y="355979"/>
                    </a:cubicBezTo>
                    <a:cubicBezTo>
                      <a:pt x="252946" y="355979"/>
                      <a:pt x="295577" y="327500"/>
                      <a:pt x="318314" y="276239"/>
                    </a:cubicBezTo>
                    <a:cubicBezTo>
                      <a:pt x="321156" y="270544"/>
                      <a:pt x="323998" y="264848"/>
                      <a:pt x="326840" y="256305"/>
                    </a:cubicBezTo>
                    <a:cubicBezTo>
                      <a:pt x="335366" y="259152"/>
                      <a:pt x="343893" y="262000"/>
                      <a:pt x="352419" y="264848"/>
                    </a:cubicBezTo>
                    <a:cubicBezTo>
                      <a:pt x="338209" y="307566"/>
                      <a:pt x="323998" y="344587"/>
                      <a:pt x="309788" y="384457"/>
                    </a:cubicBezTo>
                    <a:cubicBezTo>
                      <a:pt x="207472" y="384457"/>
                      <a:pt x="105157" y="384457"/>
                      <a:pt x="0" y="384457"/>
                    </a:cubicBezTo>
                    <a:cubicBezTo>
                      <a:pt x="0" y="378761"/>
                      <a:pt x="0" y="373066"/>
                      <a:pt x="0" y="364522"/>
                    </a:cubicBezTo>
                    <a:cubicBezTo>
                      <a:pt x="8526" y="364522"/>
                      <a:pt x="17053" y="364522"/>
                      <a:pt x="22737" y="361674"/>
                    </a:cubicBezTo>
                    <a:cubicBezTo>
                      <a:pt x="36947" y="358827"/>
                      <a:pt x="42631" y="355979"/>
                      <a:pt x="42631" y="341740"/>
                    </a:cubicBezTo>
                    <a:cubicBezTo>
                      <a:pt x="45473" y="336044"/>
                      <a:pt x="45473" y="327500"/>
                      <a:pt x="45473" y="321805"/>
                    </a:cubicBezTo>
                    <a:cubicBezTo>
                      <a:pt x="45473" y="233522"/>
                      <a:pt x="45473" y="148087"/>
                      <a:pt x="45473" y="59804"/>
                    </a:cubicBezTo>
                    <a:cubicBezTo>
                      <a:pt x="45473" y="56957"/>
                      <a:pt x="45473" y="51261"/>
                      <a:pt x="45473" y="45565"/>
                    </a:cubicBezTo>
                    <a:cubicBezTo>
                      <a:pt x="42631" y="31326"/>
                      <a:pt x="36947" y="25630"/>
                      <a:pt x="22737" y="25630"/>
                    </a:cubicBezTo>
                    <a:cubicBezTo>
                      <a:pt x="19895" y="25630"/>
                      <a:pt x="17053" y="22783"/>
                      <a:pt x="11368" y="22783"/>
                    </a:cubicBezTo>
                    <a:cubicBezTo>
                      <a:pt x="8526" y="22783"/>
                      <a:pt x="5684" y="22783"/>
                      <a:pt x="0" y="2278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2" name="Freeform 21"/>
              <p:cNvSpPr/>
              <p:nvPr/>
            </p:nvSpPr>
            <p:spPr>
              <a:xfrm>
                <a:off x="4949441" y="3891177"/>
                <a:ext cx="352419" cy="381253"/>
              </a:xfrm>
              <a:custGeom>
                <a:avLst/>
                <a:gdLst/>
                <a:ahLst/>
                <a:cxnLst/>
                <a:rect l="0" t="0" r="r" b="b"/>
                <a:pathLst>
                  <a:path w="352419" h="381253">
                    <a:moveTo>
                      <a:pt x="94551" y="170710"/>
                    </a:moveTo>
                    <a:cubicBezTo>
                      <a:pt x="117473" y="170710"/>
                      <a:pt x="137529" y="173555"/>
                      <a:pt x="157586" y="167865"/>
                    </a:cubicBezTo>
                    <a:cubicBezTo>
                      <a:pt x="180507" y="162175"/>
                      <a:pt x="191968" y="150794"/>
                      <a:pt x="194833" y="128033"/>
                    </a:cubicBezTo>
                    <a:cubicBezTo>
                      <a:pt x="197698" y="119497"/>
                      <a:pt x="197698" y="110962"/>
                      <a:pt x="200564" y="99581"/>
                    </a:cubicBezTo>
                    <a:cubicBezTo>
                      <a:pt x="206294" y="99581"/>
                      <a:pt x="214890" y="99581"/>
                      <a:pt x="220620" y="99581"/>
                    </a:cubicBezTo>
                    <a:cubicBezTo>
                      <a:pt x="220620" y="156484"/>
                      <a:pt x="220620" y="210543"/>
                      <a:pt x="220620" y="267446"/>
                    </a:cubicBezTo>
                    <a:cubicBezTo>
                      <a:pt x="217755" y="267446"/>
                      <a:pt x="214890" y="267446"/>
                      <a:pt x="214890" y="267446"/>
                    </a:cubicBezTo>
                    <a:cubicBezTo>
                      <a:pt x="209159" y="267446"/>
                      <a:pt x="203429" y="267446"/>
                      <a:pt x="200564" y="267446"/>
                    </a:cubicBezTo>
                    <a:cubicBezTo>
                      <a:pt x="197698" y="256065"/>
                      <a:pt x="197698" y="244685"/>
                      <a:pt x="197698" y="236149"/>
                    </a:cubicBezTo>
                    <a:cubicBezTo>
                      <a:pt x="191968" y="210543"/>
                      <a:pt x="180507" y="199162"/>
                      <a:pt x="154721" y="196317"/>
                    </a:cubicBezTo>
                    <a:cubicBezTo>
                      <a:pt x="134664" y="196317"/>
                      <a:pt x="114608" y="196317"/>
                      <a:pt x="94551" y="196317"/>
                    </a:cubicBezTo>
                    <a:cubicBezTo>
                      <a:pt x="94551" y="202007"/>
                      <a:pt x="94551" y="204852"/>
                      <a:pt x="94551" y="207698"/>
                    </a:cubicBezTo>
                    <a:cubicBezTo>
                      <a:pt x="94551" y="247530"/>
                      <a:pt x="94551" y="287362"/>
                      <a:pt x="94551" y="324350"/>
                    </a:cubicBezTo>
                    <a:cubicBezTo>
                      <a:pt x="94551" y="349956"/>
                      <a:pt x="97417" y="352801"/>
                      <a:pt x="123203" y="352801"/>
                    </a:cubicBezTo>
                    <a:cubicBezTo>
                      <a:pt x="146125" y="352801"/>
                      <a:pt x="171912" y="352801"/>
                      <a:pt x="194833" y="352801"/>
                    </a:cubicBezTo>
                    <a:cubicBezTo>
                      <a:pt x="255002" y="352801"/>
                      <a:pt x="295115" y="324350"/>
                      <a:pt x="320902" y="273136"/>
                    </a:cubicBezTo>
                    <a:cubicBezTo>
                      <a:pt x="323767" y="267446"/>
                      <a:pt x="326632" y="261756"/>
                      <a:pt x="329497" y="256065"/>
                    </a:cubicBezTo>
                    <a:cubicBezTo>
                      <a:pt x="329497" y="256065"/>
                      <a:pt x="329497" y="256065"/>
                      <a:pt x="329497" y="256065"/>
                    </a:cubicBezTo>
                    <a:cubicBezTo>
                      <a:pt x="338093" y="256065"/>
                      <a:pt x="343823" y="258911"/>
                      <a:pt x="352419" y="261756"/>
                    </a:cubicBezTo>
                    <a:cubicBezTo>
                      <a:pt x="338093" y="304433"/>
                      <a:pt x="323767" y="341421"/>
                      <a:pt x="312306" y="381253"/>
                    </a:cubicBezTo>
                    <a:cubicBezTo>
                      <a:pt x="206294" y="381253"/>
                      <a:pt x="103147" y="381253"/>
                      <a:pt x="0" y="381253"/>
                    </a:cubicBezTo>
                    <a:cubicBezTo>
                      <a:pt x="0" y="375563"/>
                      <a:pt x="0" y="369872"/>
                      <a:pt x="0" y="361337"/>
                    </a:cubicBezTo>
                    <a:cubicBezTo>
                      <a:pt x="5730" y="361337"/>
                      <a:pt x="14326" y="358492"/>
                      <a:pt x="22922" y="358492"/>
                    </a:cubicBezTo>
                    <a:cubicBezTo>
                      <a:pt x="34382" y="358492"/>
                      <a:pt x="40113" y="352801"/>
                      <a:pt x="42978" y="341421"/>
                    </a:cubicBezTo>
                    <a:cubicBezTo>
                      <a:pt x="42978" y="335730"/>
                      <a:pt x="45843" y="327195"/>
                      <a:pt x="45843" y="321504"/>
                    </a:cubicBezTo>
                    <a:cubicBezTo>
                      <a:pt x="45843" y="233304"/>
                      <a:pt x="45843" y="145104"/>
                      <a:pt x="45843" y="56903"/>
                    </a:cubicBezTo>
                    <a:cubicBezTo>
                      <a:pt x="45843" y="28452"/>
                      <a:pt x="40113" y="22761"/>
                      <a:pt x="14326" y="19916"/>
                    </a:cubicBezTo>
                    <a:cubicBezTo>
                      <a:pt x="8596" y="19916"/>
                      <a:pt x="2865" y="19916"/>
                      <a:pt x="0" y="19916"/>
                    </a:cubicBezTo>
                    <a:cubicBezTo>
                      <a:pt x="0" y="11381"/>
                      <a:pt x="0" y="5690"/>
                      <a:pt x="0" y="0"/>
                    </a:cubicBezTo>
                    <a:cubicBezTo>
                      <a:pt x="97417" y="0"/>
                      <a:pt x="197698" y="0"/>
                      <a:pt x="300845" y="0"/>
                    </a:cubicBezTo>
                    <a:cubicBezTo>
                      <a:pt x="312306" y="31297"/>
                      <a:pt x="320902" y="62594"/>
                      <a:pt x="335228" y="99581"/>
                    </a:cubicBezTo>
                    <a:cubicBezTo>
                      <a:pt x="326632" y="102426"/>
                      <a:pt x="320902" y="105271"/>
                      <a:pt x="312306" y="108117"/>
                    </a:cubicBezTo>
                    <a:cubicBezTo>
                      <a:pt x="309441" y="102426"/>
                      <a:pt x="309441" y="99581"/>
                      <a:pt x="306576" y="96736"/>
                    </a:cubicBezTo>
                    <a:cubicBezTo>
                      <a:pt x="306576" y="91045"/>
                      <a:pt x="303711" y="88200"/>
                      <a:pt x="300845" y="82510"/>
                    </a:cubicBezTo>
                    <a:cubicBezTo>
                      <a:pt x="286520" y="51213"/>
                      <a:pt x="257868" y="31297"/>
                      <a:pt x="223485" y="31297"/>
                    </a:cubicBezTo>
                    <a:cubicBezTo>
                      <a:pt x="189103" y="28452"/>
                      <a:pt x="154721" y="28452"/>
                      <a:pt x="120338" y="28452"/>
                    </a:cubicBezTo>
                    <a:cubicBezTo>
                      <a:pt x="111743" y="28452"/>
                      <a:pt x="103147" y="28452"/>
                      <a:pt x="94551" y="28452"/>
                    </a:cubicBezTo>
                    <a:cubicBezTo>
                      <a:pt x="94551" y="73974"/>
                      <a:pt x="94551" y="122342"/>
                      <a:pt x="94551" y="17071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3" name="Freeform 22"/>
              <p:cNvSpPr/>
              <p:nvPr/>
            </p:nvSpPr>
            <p:spPr>
              <a:xfrm>
                <a:off x="5897767" y="3891177"/>
                <a:ext cx="358826" cy="381253"/>
              </a:xfrm>
              <a:custGeom>
                <a:avLst/>
                <a:gdLst/>
                <a:ahLst/>
                <a:cxnLst/>
                <a:rect l="0" t="0" r="r" b="b"/>
                <a:pathLst>
                  <a:path w="358826" h="381253">
                    <a:moveTo>
                      <a:pt x="122456" y="381253"/>
                    </a:moveTo>
                    <a:cubicBezTo>
                      <a:pt x="82587" y="381253"/>
                      <a:pt x="39870" y="381253"/>
                      <a:pt x="0" y="381253"/>
                    </a:cubicBezTo>
                    <a:cubicBezTo>
                      <a:pt x="0" y="375563"/>
                      <a:pt x="0" y="369872"/>
                      <a:pt x="0" y="361337"/>
                    </a:cubicBezTo>
                    <a:cubicBezTo>
                      <a:pt x="5696" y="361337"/>
                      <a:pt x="14239" y="361337"/>
                      <a:pt x="19935" y="358492"/>
                    </a:cubicBezTo>
                    <a:cubicBezTo>
                      <a:pt x="37022" y="355646"/>
                      <a:pt x="42717" y="349956"/>
                      <a:pt x="45565" y="335730"/>
                    </a:cubicBezTo>
                    <a:cubicBezTo>
                      <a:pt x="45565" y="327195"/>
                      <a:pt x="45565" y="321504"/>
                      <a:pt x="45565" y="312969"/>
                    </a:cubicBezTo>
                    <a:cubicBezTo>
                      <a:pt x="45565" y="227614"/>
                      <a:pt x="45565" y="139413"/>
                      <a:pt x="45565" y="51213"/>
                    </a:cubicBezTo>
                    <a:cubicBezTo>
                      <a:pt x="45565" y="25607"/>
                      <a:pt x="39870" y="22761"/>
                      <a:pt x="14239" y="19916"/>
                    </a:cubicBezTo>
                    <a:cubicBezTo>
                      <a:pt x="11391" y="19916"/>
                      <a:pt x="5696" y="19916"/>
                      <a:pt x="0" y="19916"/>
                    </a:cubicBezTo>
                    <a:cubicBezTo>
                      <a:pt x="0" y="11381"/>
                      <a:pt x="0" y="5690"/>
                      <a:pt x="0" y="0"/>
                    </a:cubicBezTo>
                    <a:cubicBezTo>
                      <a:pt x="37022" y="0"/>
                      <a:pt x="74043" y="0"/>
                      <a:pt x="113913" y="0"/>
                    </a:cubicBezTo>
                    <a:cubicBezTo>
                      <a:pt x="168022" y="93891"/>
                      <a:pt x="222130" y="187781"/>
                      <a:pt x="279087" y="284517"/>
                    </a:cubicBezTo>
                    <a:cubicBezTo>
                      <a:pt x="279087" y="278827"/>
                      <a:pt x="281935" y="275982"/>
                      <a:pt x="281935" y="273136"/>
                    </a:cubicBezTo>
                    <a:cubicBezTo>
                      <a:pt x="281935" y="204852"/>
                      <a:pt x="281935" y="136568"/>
                      <a:pt x="281935" y="68284"/>
                    </a:cubicBezTo>
                    <a:cubicBezTo>
                      <a:pt x="281935" y="62594"/>
                      <a:pt x="281935" y="54058"/>
                      <a:pt x="279087" y="48368"/>
                    </a:cubicBezTo>
                    <a:cubicBezTo>
                      <a:pt x="276239" y="31297"/>
                      <a:pt x="270543" y="22761"/>
                      <a:pt x="253456" y="19916"/>
                    </a:cubicBezTo>
                    <a:cubicBezTo>
                      <a:pt x="247761" y="19916"/>
                      <a:pt x="242065" y="19916"/>
                      <a:pt x="236370" y="19916"/>
                    </a:cubicBezTo>
                    <a:cubicBezTo>
                      <a:pt x="236370" y="17071"/>
                      <a:pt x="236370" y="14226"/>
                      <a:pt x="236370" y="11381"/>
                    </a:cubicBezTo>
                    <a:cubicBezTo>
                      <a:pt x="236370" y="5690"/>
                      <a:pt x="236370" y="2845"/>
                      <a:pt x="236370" y="0"/>
                    </a:cubicBezTo>
                    <a:cubicBezTo>
                      <a:pt x="276239" y="0"/>
                      <a:pt x="316109" y="0"/>
                      <a:pt x="355978" y="0"/>
                    </a:cubicBezTo>
                    <a:cubicBezTo>
                      <a:pt x="355978" y="2845"/>
                      <a:pt x="358826" y="5690"/>
                      <a:pt x="358826" y="8536"/>
                    </a:cubicBezTo>
                    <a:cubicBezTo>
                      <a:pt x="358826" y="11381"/>
                      <a:pt x="358826" y="14226"/>
                      <a:pt x="358826" y="19916"/>
                    </a:cubicBezTo>
                    <a:cubicBezTo>
                      <a:pt x="353130" y="19916"/>
                      <a:pt x="347435" y="19916"/>
                      <a:pt x="341739" y="19916"/>
                    </a:cubicBezTo>
                    <a:cubicBezTo>
                      <a:pt x="324652" y="22761"/>
                      <a:pt x="316109" y="31297"/>
                      <a:pt x="313261" y="45523"/>
                    </a:cubicBezTo>
                    <a:cubicBezTo>
                      <a:pt x="313261" y="56903"/>
                      <a:pt x="313261" y="65439"/>
                      <a:pt x="313261" y="73974"/>
                    </a:cubicBezTo>
                    <a:cubicBezTo>
                      <a:pt x="313261" y="170710"/>
                      <a:pt x="313261" y="267446"/>
                      <a:pt x="313261" y="364182"/>
                    </a:cubicBezTo>
                    <a:cubicBezTo>
                      <a:pt x="313261" y="369872"/>
                      <a:pt x="313261" y="375563"/>
                      <a:pt x="313261" y="381253"/>
                    </a:cubicBezTo>
                    <a:cubicBezTo>
                      <a:pt x="301869" y="381253"/>
                      <a:pt x="290478" y="381253"/>
                      <a:pt x="279087" y="381253"/>
                    </a:cubicBezTo>
                    <a:cubicBezTo>
                      <a:pt x="213587" y="267446"/>
                      <a:pt x="148087" y="153639"/>
                      <a:pt x="79739" y="39832"/>
                    </a:cubicBezTo>
                    <a:cubicBezTo>
                      <a:pt x="79739" y="39832"/>
                      <a:pt x="79739" y="39832"/>
                      <a:pt x="79739" y="39832"/>
                    </a:cubicBezTo>
                    <a:cubicBezTo>
                      <a:pt x="76891" y="42678"/>
                      <a:pt x="76891" y="45523"/>
                      <a:pt x="76891" y="48368"/>
                    </a:cubicBezTo>
                    <a:cubicBezTo>
                      <a:pt x="76891" y="136568"/>
                      <a:pt x="76891" y="224769"/>
                      <a:pt x="76891" y="312969"/>
                    </a:cubicBezTo>
                    <a:cubicBezTo>
                      <a:pt x="76891" y="321504"/>
                      <a:pt x="76891" y="330040"/>
                      <a:pt x="79739" y="335730"/>
                    </a:cubicBezTo>
                    <a:cubicBezTo>
                      <a:pt x="82587" y="349956"/>
                      <a:pt x="88283" y="355646"/>
                      <a:pt x="102522" y="358492"/>
                    </a:cubicBezTo>
                    <a:cubicBezTo>
                      <a:pt x="108217" y="358492"/>
                      <a:pt x="116761" y="361337"/>
                      <a:pt x="122456" y="361337"/>
                    </a:cubicBezTo>
                    <a:cubicBezTo>
                      <a:pt x="122456" y="367027"/>
                      <a:pt x="122456" y="375563"/>
                      <a:pt x="122456"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4" name="Freeform 23"/>
              <p:cNvSpPr/>
              <p:nvPr/>
            </p:nvSpPr>
            <p:spPr>
              <a:xfrm>
                <a:off x="6285428" y="3878362"/>
                <a:ext cx="397272" cy="410087"/>
              </a:xfrm>
              <a:custGeom>
                <a:avLst/>
                <a:gdLst/>
                <a:ahLst/>
                <a:cxnLst/>
                <a:rect l="0" t="0" r="r" b="b"/>
                <a:pathLst>
                  <a:path w="397272" h="410087">
                    <a:moveTo>
                      <a:pt x="248652" y="224978"/>
                    </a:moveTo>
                    <a:cubicBezTo>
                      <a:pt x="248652" y="216435"/>
                      <a:pt x="248652" y="210739"/>
                      <a:pt x="248652" y="202196"/>
                    </a:cubicBezTo>
                    <a:cubicBezTo>
                      <a:pt x="300098" y="202196"/>
                      <a:pt x="348685" y="202196"/>
                      <a:pt x="397272" y="202196"/>
                    </a:cubicBezTo>
                    <a:cubicBezTo>
                      <a:pt x="397272" y="210739"/>
                      <a:pt x="397272" y="216435"/>
                      <a:pt x="397272" y="224978"/>
                    </a:cubicBezTo>
                    <a:cubicBezTo>
                      <a:pt x="391556" y="224978"/>
                      <a:pt x="385840" y="224978"/>
                      <a:pt x="380124" y="224978"/>
                    </a:cubicBezTo>
                    <a:cubicBezTo>
                      <a:pt x="362975" y="224978"/>
                      <a:pt x="357259" y="230674"/>
                      <a:pt x="354401" y="250609"/>
                    </a:cubicBezTo>
                    <a:cubicBezTo>
                      <a:pt x="354401" y="256304"/>
                      <a:pt x="354401" y="264848"/>
                      <a:pt x="354401" y="270544"/>
                    </a:cubicBezTo>
                    <a:cubicBezTo>
                      <a:pt x="354401" y="307565"/>
                      <a:pt x="354401" y="344587"/>
                      <a:pt x="354401" y="381609"/>
                    </a:cubicBezTo>
                    <a:cubicBezTo>
                      <a:pt x="354401" y="384457"/>
                      <a:pt x="354401" y="390152"/>
                      <a:pt x="354401" y="395848"/>
                    </a:cubicBezTo>
                    <a:cubicBezTo>
                      <a:pt x="345827" y="395848"/>
                      <a:pt x="337252" y="395848"/>
                      <a:pt x="328678" y="395848"/>
                    </a:cubicBezTo>
                    <a:cubicBezTo>
                      <a:pt x="322962" y="387304"/>
                      <a:pt x="320104" y="375913"/>
                      <a:pt x="314388" y="364522"/>
                    </a:cubicBezTo>
                    <a:cubicBezTo>
                      <a:pt x="308672" y="367370"/>
                      <a:pt x="305814" y="370217"/>
                      <a:pt x="300098" y="373065"/>
                    </a:cubicBezTo>
                    <a:cubicBezTo>
                      <a:pt x="257226" y="398696"/>
                      <a:pt x="211497" y="410087"/>
                      <a:pt x="160052" y="401544"/>
                    </a:cubicBezTo>
                    <a:cubicBezTo>
                      <a:pt x="97174" y="390152"/>
                      <a:pt x="51445" y="353130"/>
                      <a:pt x="28581" y="293326"/>
                    </a:cubicBezTo>
                    <a:cubicBezTo>
                      <a:pt x="0" y="224978"/>
                      <a:pt x="2858" y="156630"/>
                      <a:pt x="42871" y="93978"/>
                    </a:cubicBezTo>
                    <a:cubicBezTo>
                      <a:pt x="68594" y="48413"/>
                      <a:pt x="108607" y="17087"/>
                      <a:pt x="160052" y="8543"/>
                    </a:cubicBezTo>
                    <a:cubicBezTo>
                      <a:pt x="202923" y="0"/>
                      <a:pt x="245794" y="5696"/>
                      <a:pt x="282949" y="31326"/>
                    </a:cubicBezTo>
                    <a:cubicBezTo>
                      <a:pt x="285807" y="34174"/>
                      <a:pt x="288665" y="34174"/>
                      <a:pt x="291523" y="37022"/>
                    </a:cubicBezTo>
                    <a:cubicBezTo>
                      <a:pt x="294381" y="28478"/>
                      <a:pt x="297239" y="19935"/>
                      <a:pt x="300098" y="14239"/>
                    </a:cubicBezTo>
                    <a:cubicBezTo>
                      <a:pt x="305814" y="14239"/>
                      <a:pt x="311530" y="14239"/>
                      <a:pt x="320104" y="14239"/>
                    </a:cubicBezTo>
                    <a:cubicBezTo>
                      <a:pt x="328678" y="51261"/>
                      <a:pt x="340111" y="91130"/>
                      <a:pt x="348685" y="131000"/>
                    </a:cubicBezTo>
                    <a:cubicBezTo>
                      <a:pt x="342969" y="133848"/>
                      <a:pt x="334394" y="136696"/>
                      <a:pt x="325820" y="139543"/>
                    </a:cubicBezTo>
                    <a:cubicBezTo>
                      <a:pt x="325820" y="133848"/>
                      <a:pt x="322962" y="128152"/>
                      <a:pt x="320104" y="125304"/>
                    </a:cubicBezTo>
                    <a:cubicBezTo>
                      <a:pt x="311530" y="105370"/>
                      <a:pt x="300098" y="85435"/>
                      <a:pt x="285807" y="71196"/>
                    </a:cubicBezTo>
                    <a:cubicBezTo>
                      <a:pt x="240078" y="22783"/>
                      <a:pt x="168626" y="19935"/>
                      <a:pt x="120039" y="65500"/>
                    </a:cubicBezTo>
                    <a:cubicBezTo>
                      <a:pt x="88600" y="96826"/>
                      <a:pt x="71452" y="133848"/>
                      <a:pt x="68594" y="176565"/>
                    </a:cubicBezTo>
                    <a:cubicBezTo>
                      <a:pt x="62878" y="224978"/>
                      <a:pt x="71452" y="270544"/>
                      <a:pt x="97174" y="310413"/>
                    </a:cubicBezTo>
                    <a:cubicBezTo>
                      <a:pt x="125755" y="355978"/>
                      <a:pt x="168626" y="375913"/>
                      <a:pt x="220072" y="373065"/>
                    </a:cubicBezTo>
                    <a:cubicBezTo>
                      <a:pt x="245794" y="370217"/>
                      <a:pt x="268659" y="361674"/>
                      <a:pt x="288665" y="341739"/>
                    </a:cubicBezTo>
                    <a:cubicBezTo>
                      <a:pt x="297239" y="333196"/>
                      <a:pt x="302956" y="324652"/>
                      <a:pt x="302956" y="310413"/>
                    </a:cubicBezTo>
                    <a:cubicBezTo>
                      <a:pt x="302956" y="293326"/>
                      <a:pt x="305814" y="273391"/>
                      <a:pt x="302956" y="256304"/>
                    </a:cubicBezTo>
                    <a:cubicBezTo>
                      <a:pt x="302956" y="233522"/>
                      <a:pt x="297239" y="230674"/>
                      <a:pt x="274375" y="224978"/>
                    </a:cubicBezTo>
                    <a:cubicBezTo>
                      <a:pt x="268659" y="224978"/>
                      <a:pt x="260085" y="224978"/>
                      <a:pt x="248652" y="22497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5" name="Freeform 25"/>
              <p:cNvSpPr/>
              <p:nvPr/>
            </p:nvSpPr>
            <p:spPr>
              <a:xfrm>
                <a:off x="9005458" y="3884769"/>
                <a:ext cx="323584" cy="397272"/>
              </a:xfrm>
              <a:custGeom>
                <a:avLst/>
                <a:gdLst/>
                <a:ahLst/>
                <a:cxnLst/>
                <a:rect l="0" t="0" r="r" b="b"/>
                <a:pathLst>
                  <a:path w="323584" h="397272">
                    <a:moveTo>
                      <a:pt x="294948" y="124857"/>
                    </a:moveTo>
                    <a:cubicBezTo>
                      <a:pt x="286358" y="127695"/>
                      <a:pt x="280630" y="127695"/>
                      <a:pt x="272040" y="130532"/>
                    </a:cubicBezTo>
                    <a:cubicBezTo>
                      <a:pt x="269176" y="124857"/>
                      <a:pt x="266312" y="122019"/>
                      <a:pt x="263449" y="116344"/>
                    </a:cubicBezTo>
                    <a:cubicBezTo>
                      <a:pt x="249131" y="90805"/>
                      <a:pt x="231950" y="68104"/>
                      <a:pt x="206177" y="51078"/>
                    </a:cubicBezTo>
                    <a:cubicBezTo>
                      <a:pt x="174678" y="31214"/>
                      <a:pt x="143179" y="25539"/>
                      <a:pt x="108816" y="34052"/>
                    </a:cubicBezTo>
                    <a:cubicBezTo>
                      <a:pt x="94498" y="36890"/>
                      <a:pt x="80180" y="45403"/>
                      <a:pt x="71589" y="53915"/>
                    </a:cubicBezTo>
                    <a:cubicBezTo>
                      <a:pt x="51544" y="76617"/>
                      <a:pt x="54408" y="107831"/>
                      <a:pt x="74453" y="124857"/>
                    </a:cubicBezTo>
                    <a:cubicBezTo>
                      <a:pt x="88771" y="139045"/>
                      <a:pt x="103089" y="144721"/>
                      <a:pt x="120270" y="150396"/>
                    </a:cubicBezTo>
                    <a:cubicBezTo>
                      <a:pt x="146042" y="158909"/>
                      <a:pt x="174678" y="167422"/>
                      <a:pt x="200450" y="175935"/>
                    </a:cubicBezTo>
                    <a:cubicBezTo>
                      <a:pt x="220495" y="181610"/>
                      <a:pt x="240540" y="190123"/>
                      <a:pt x="257722" y="198636"/>
                    </a:cubicBezTo>
                    <a:cubicBezTo>
                      <a:pt x="323584" y="235526"/>
                      <a:pt x="320720" y="314980"/>
                      <a:pt x="277767" y="354707"/>
                    </a:cubicBezTo>
                    <a:cubicBezTo>
                      <a:pt x="243404" y="388759"/>
                      <a:pt x="203314" y="397272"/>
                      <a:pt x="160360" y="397272"/>
                    </a:cubicBezTo>
                    <a:cubicBezTo>
                      <a:pt x="125997" y="394434"/>
                      <a:pt x="97362" y="383084"/>
                      <a:pt x="71589" y="363220"/>
                    </a:cubicBezTo>
                    <a:cubicBezTo>
                      <a:pt x="68726" y="360382"/>
                      <a:pt x="65862" y="357545"/>
                      <a:pt x="60135" y="354707"/>
                    </a:cubicBezTo>
                    <a:cubicBezTo>
                      <a:pt x="54408" y="366058"/>
                      <a:pt x="51544" y="377408"/>
                      <a:pt x="45817" y="388759"/>
                    </a:cubicBezTo>
                    <a:cubicBezTo>
                      <a:pt x="40090" y="388759"/>
                      <a:pt x="34363" y="388759"/>
                      <a:pt x="28636" y="388759"/>
                    </a:cubicBezTo>
                    <a:cubicBezTo>
                      <a:pt x="20045" y="343357"/>
                      <a:pt x="11454" y="297954"/>
                      <a:pt x="2864" y="252551"/>
                    </a:cubicBezTo>
                    <a:cubicBezTo>
                      <a:pt x="11454" y="249714"/>
                      <a:pt x="20045" y="249714"/>
                      <a:pt x="28636" y="246876"/>
                    </a:cubicBezTo>
                    <a:cubicBezTo>
                      <a:pt x="31499" y="255389"/>
                      <a:pt x="34363" y="263902"/>
                      <a:pt x="37226" y="269577"/>
                    </a:cubicBezTo>
                    <a:cubicBezTo>
                      <a:pt x="51544" y="300792"/>
                      <a:pt x="74453" y="329168"/>
                      <a:pt x="103089" y="346194"/>
                    </a:cubicBezTo>
                    <a:cubicBezTo>
                      <a:pt x="131724" y="366058"/>
                      <a:pt x="163224" y="371733"/>
                      <a:pt x="197587" y="363220"/>
                    </a:cubicBezTo>
                    <a:cubicBezTo>
                      <a:pt x="214768" y="360382"/>
                      <a:pt x="229086" y="349032"/>
                      <a:pt x="243404" y="337681"/>
                    </a:cubicBezTo>
                    <a:cubicBezTo>
                      <a:pt x="269176" y="312142"/>
                      <a:pt x="269176" y="263902"/>
                      <a:pt x="231950" y="244039"/>
                    </a:cubicBezTo>
                    <a:cubicBezTo>
                      <a:pt x="214768" y="235526"/>
                      <a:pt x="197587" y="229850"/>
                      <a:pt x="180405" y="224175"/>
                    </a:cubicBezTo>
                    <a:cubicBezTo>
                      <a:pt x="157497" y="215662"/>
                      <a:pt x="131724" y="209987"/>
                      <a:pt x="108816" y="201474"/>
                    </a:cubicBezTo>
                    <a:cubicBezTo>
                      <a:pt x="88771" y="195798"/>
                      <a:pt x="71589" y="187285"/>
                      <a:pt x="54408" y="175935"/>
                    </a:cubicBezTo>
                    <a:cubicBezTo>
                      <a:pt x="2864" y="144721"/>
                      <a:pt x="0" y="76617"/>
                      <a:pt x="42954" y="36890"/>
                    </a:cubicBezTo>
                    <a:cubicBezTo>
                      <a:pt x="71589" y="8513"/>
                      <a:pt x="105952" y="0"/>
                      <a:pt x="146042" y="0"/>
                    </a:cubicBezTo>
                    <a:cubicBezTo>
                      <a:pt x="177542" y="0"/>
                      <a:pt x="206177" y="8513"/>
                      <a:pt x="231950" y="28377"/>
                    </a:cubicBezTo>
                    <a:cubicBezTo>
                      <a:pt x="231950" y="28377"/>
                      <a:pt x="231950" y="31214"/>
                      <a:pt x="234813" y="31214"/>
                    </a:cubicBezTo>
                    <a:cubicBezTo>
                      <a:pt x="234813" y="31214"/>
                      <a:pt x="234813" y="31214"/>
                      <a:pt x="237677" y="31214"/>
                    </a:cubicBezTo>
                    <a:cubicBezTo>
                      <a:pt x="240540" y="22701"/>
                      <a:pt x="243404" y="14188"/>
                      <a:pt x="249131" y="5675"/>
                    </a:cubicBezTo>
                    <a:cubicBezTo>
                      <a:pt x="254858" y="5675"/>
                      <a:pt x="260585" y="5675"/>
                      <a:pt x="266312" y="5675"/>
                    </a:cubicBezTo>
                    <a:cubicBezTo>
                      <a:pt x="274903" y="45403"/>
                      <a:pt x="286358" y="85130"/>
                      <a:pt x="294948" y="124857"/>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6" name="Freeform 27"/>
              <p:cNvSpPr>
                <a:spLocks noEditPoints="1"/>
              </p:cNvSpPr>
              <p:nvPr/>
            </p:nvSpPr>
            <p:spPr>
              <a:xfrm>
                <a:off x="4616246" y="3887973"/>
                <a:ext cx="323584" cy="384457"/>
              </a:xfrm>
              <a:custGeom>
                <a:avLst/>
                <a:gdLst/>
                <a:ahLst/>
                <a:cxnLst/>
                <a:rect l="0" t="0" r="r" b="b"/>
                <a:pathLst>
                  <a:path w="323584" h="384457">
                    <a:moveTo>
                      <a:pt x="94498" y="222131"/>
                    </a:moveTo>
                    <a:cubicBezTo>
                      <a:pt x="94498" y="227826"/>
                      <a:pt x="94498" y="230674"/>
                      <a:pt x="94498" y="233522"/>
                    </a:cubicBezTo>
                    <a:cubicBezTo>
                      <a:pt x="94498" y="264848"/>
                      <a:pt x="94498" y="293326"/>
                      <a:pt x="94498" y="324653"/>
                    </a:cubicBezTo>
                    <a:cubicBezTo>
                      <a:pt x="94498" y="327500"/>
                      <a:pt x="94498" y="333196"/>
                      <a:pt x="94498" y="336044"/>
                    </a:cubicBezTo>
                    <a:cubicBezTo>
                      <a:pt x="97362" y="355979"/>
                      <a:pt x="100225" y="361674"/>
                      <a:pt x="123134" y="364522"/>
                    </a:cubicBezTo>
                    <a:cubicBezTo>
                      <a:pt x="128861" y="364522"/>
                      <a:pt x="134588" y="364522"/>
                      <a:pt x="140315" y="364522"/>
                    </a:cubicBezTo>
                    <a:cubicBezTo>
                      <a:pt x="140315" y="370218"/>
                      <a:pt x="140315" y="378761"/>
                      <a:pt x="140315" y="384457"/>
                    </a:cubicBezTo>
                    <a:cubicBezTo>
                      <a:pt x="94498" y="384457"/>
                      <a:pt x="45817" y="384457"/>
                      <a:pt x="0" y="384457"/>
                    </a:cubicBezTo>
                    <a:cubicBezTo>
                      <a:pt x="0" y="378761"/>
                      <a:pt x="0" y="373066"/>
                      <a:pt x="0" y="364522"/>
                    </a:cubicBezTo>
                    <a:cubicBezTo>
                      <a:pt x="5727" y="364522"/>
                      <a:pt x="14318" y="364522"/>
                      <a:pt x="22909" y="361674"/>
                    </a:cubicBezTo>
                    <a:cubicBezTo>
                      <a:pt x="37226" y="358827"/>
                      <a:pt x="40090" y="355979"/>
                      <a:pt x="42954" y="341740"/>
                    </a:cubicBezTo>
                    <a:cubicBezTo>
                      <a:pt x="42954" y="336044"/>
                      <a:pt x="42954" y="330348"/>
                      <a:pt x="42954" y="324653"/>
                    </a:cubicBezTo>
                    <a:cubicBezTo>
                      <a:pt x="45817" y="236370"/>
                      <a:pt x="45817" y="148087"/>
                      <a:pt x="42954" y="59804"/>
                    </a:cubicBezTo>
                    <a:cubicBezTo>
                      <a:pt x="42954" y="54109"/>
                      <a:pt x="42954" y="45565"/>
                      <a:pt x="42954" y="39870"/>
                    </a:cubicBezTo>
                    <a:cubicBezTo>
                      <a:pt x="40090" y="31326"/>
                      <a:pt x="34363" y="25630"/>
                      <a:pt x="25772" y="25630"/>
                    </a:cubicBezTo>
                    <a:cubicBezTo>
                      <a:pt x="17181" y="22783"/>
                      <a:pt x="8591" y="22783"/>
                      <a:pt x="0" y="22783"/>
                    </a:cubicBezTo>
                    <a:cubicBezTo>
                      <a:pt x="0" y="14239"/>
                      <a:pt x="0" y="8543"/>
                      <a:pt x="0" y="2848"/>
                    </a:cubicBezTo>
                    <a:cubicBezTo>
                      <a:pt x="2864" y="0"/>
                      <a:pt x="8591" y="0"/>
                      <a:pt x="11454" y="0"/>
                    </a:cubicBezTo>
                    <a:cubicBezTo>
                      <a:pt x="60135" y="0"/>
                      <a:pt x="111679" y="0"/>
                      <a:pt x="160360" y="0"/>
                    </a:cubicBezTo>
                    <a:cubicBezTo>
                      <a:pt x="177542" y="0"/>
                      <a:pt x="194723" y="2848"/>
                      <a:pt x="209041" y="2848"/>
                    </a:cubicBezTo>
                    <a:cubicBezTo>
                      <a:pt x="280630" y="11391"/>
                      <a:pt x="323584" y="74044"/>
                      <a:pt x="303539" y="142391"/>
                    </a:cubicBezTo>
                    <a:cubicBezTo>
                      <a:pt x="292085" y="182261"/>
                      <a:pt x="266312" y="207892"/>
                      <a:pt x="223359" y="216435"/>
                    </a:cubicBezTo>
                    <a:cubicBezTo>
                      <a:pt x="200450" y="219283"/>
                      <a:pt x="180405" y="219283"/>
                      <a:pt x="157497" y="222131"/>
                    </a:cubicBezTo>
                    <a:cubicBezTo>
                      <a:pt x="137452" y="222131"/>
                      <a:pt x="117407" y="222131"/>
                      <a:pt x="94498" y="222131"/>
                    </a:cubicBezTo>
                    <a:close/>
                    <a:moveTo>
                      <a:pt x="94498" y="193652"/>
                    </a:moveTo>
                    <a:cubicBezTo>
                      <a:pt x="128861" y="190805"/>
                      <a:pt x="160360" y="193652"/>
                      <a:pt x="191860" y="190805"/>
                    </a:cubicBezTo>
                    <a:cubicBezTo>
                      <a:pt x="217632" y="187957"/>
                      <a:pt x="234813" y="170870"/>
                      <a:pt x="243404" y="148087"/>
                    </a:cubicBezTo>
                    <a:cubicBezTo>
                      <a:pt x="254858" y="128152"/>
                      <a:pt x="254858" y="105370"/>
                      <a:pt x="249131" y="82587"/>
                    </a:cubicBezTo>
                    <a:cubicBezTo>
                      <a:pt x="240540" y="54109"/>
                      <a:pt x="223359" y="34174"/>
                      <a:pt x="188996" y="31326"/>
                    </a:cubicBezTo>
                    <a:cubicBezTo>
                      <a:pt x="160360" y="31326"/>
                      <a:pt x="128861" y="31326"/>
                      <a:pt x="97362" y="31326"/>
                    </a:cubicBezTo>
                    <a:cubicBezTo>
                      <a:pt x="97362" y="31326"/>
                      <a:pt x="97362" y="31326"/>
                      <a:pt x="94498" y="31326"/>
                    </a:cubicBezTo>
                    <a:cubicBezTo>
                      <a:pt x="94498" y="85435"/>
                      <a:pt x="94498" y="136696"/>
                      <a:pt x="94498" y="193652"/>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7" name="Freeform 29"/>
              <p:cNvSpPr/>
              <p:nvPr/>
            </p:nvSpPr>
            <p:spPr>
              <a:xfrm>
                <a:off x="6858909" y="3891177"/>
                <a:ext cx="381253" cy="394068"/>
              </a:xfrm>
              <a:custGeom>
                <a:avLst/>
                <a:gdLst/>
                <a:ahLst/>
                <a:cxnLst/>
                <a:rect l="0" t="0" r="r" b="b"/>
                <a:pathLst>
                  <a:path w="381253" h="394068">
                    <a:moveTo>
                      <a:pt x="140462" y="0"/>
                    </a:moveTo>
                    <a:cubicBezTo>
                      <a:pt x="140462" y="5711"/>
                      <a:pt x="140462" y="11422"/>
                      <a:pt x="140462" y="19989"/>
                    </a:cubicBezTo>
                    <a:cubicBezTo>
                      <a:pt x="131862" y="19989"/>
                      <a:pt x="126129" y="19989"/>
                      <a:pt x="117529" y="22845"/>
                    </a:cubicBezTo>
                    <a:cubicBezTo>
                      <a:pt x="103196" y="22845"/>
                      <a:pt x="97463" y="28556"/>
                      <a:pt x="97463" y="42833"/>
                    </a:cubicBezTo>
                    <a:cubicBezTo>
                      <a:pt x="94597" y="48545"/>
                      <a:pt x="94597" y="57111"/>
                      <a:pt x="94597" y="65678"/>
                    </a:cubicBezTo>
                    <a:cubicBezTo>
                      <a:pt x="94597" y="122789"/>
                      <a:pt x="94597" y="179901"/>
                      <a:pt x="94597" y="237012"/>
                    </a:cubicBezTo>
                    <a:cubicBezTo>
                      <a:pt x="94597" y="248434"/>
                      <a:pt x="94597" y="262712"/>
                      <a:pt x="97463" y="274134"/>
                    </a:cubicBezTo>
                    <a:cubicBezTo>
                      <a:pt x="103196" y="319823"/>
                      <a:pt x="131862" y="342668"/>
                      <a:pt x="171994" y="354090"/>
                    </a:cubicBezTo>
                    <a:cubicBezTo>
                      <a:pt x="217859" y="365512"/>
                      <a:pt x="255124" y="351235"/>
                      <a:pt x="286656" y="314112"/>
                    </a:cubicBezTo>
                    <a:cubicBezTo>
                      <a:pt x="298123" y="302690"/>
                      <a:pt x="300989" y="285557"/>
                      <a:pt x="303856" y="268423"/>
                    </a:cubicBezTo>
                    <a:cubicBezTo>
                      <a:pt x="303856" y="257001"/>
                      <a:pt x="303856" y="242723"/>
                      <a:pt x="306722" y="228445"/>
                    </a:cubicBezTo>
                    <a:cubicBezTo>
                      <a:pt x="306722" y="177045"/>
                      <a:pt x="306722" y="122789"/>
                      <a:pt x="306722" y="68534"/>
                    </a:cubicBezTo>
                    <a:cubicBezTo>
                      <a:pt x="306722" y="59967"/>
                      <a:pt x="303856" y="51400"/>
                      <a:pt x="303856" y="42833"/>
                    </a:cubicBezTo>
                    <a:cubicBezTo>
                      <a:pt x="300989" y="28556"/>
                      <a:pt x="295256" y="22845"/>
                      <a:pt x="278057" y="22845"/>
                    </a:cubicBezTo>
                    <a:cubicBezTo>
                      <a:pt x="272324" y="19989"/>
                      <a:pt x="266590" y="19989"/>
                      <a:pt x="260857" y="19989"/>
                    </a:cubicBezTo>
                    <a:cubicBezTo>
                      <a:pt x="260857" y="11422"/>
                      <a:pt x="260857" y="5711"/>
                      <a:pt x="260857" y="0"/>
                    </a:cubicBezTo>
                    <a:cubicBezTo>
                      <a:pt x="300989" y="0"/>
                      <a:pt x="341121" y="0"/>
                      <a:pt x="381253" y="0"/>
                    </a:cubicBezTo>
                    <a:cubicBezTo>
                      <a:pt x="381253" y="5711"/>
                      <a:pt x="381253" y="11422"/>
                      <a:pt x="381253" y="19989"/>
                    </a:cubicBezTo>
                    <a:cubicBezTo>
                      <a:pt x="375520" y="19989"/>
                      <a:pt x="366920" y="19989"/>
                      <a:pt x="361187" y="22845"/>
                    </a:cubicBezTo>
                    <a:cubicBezTo>
                      <a:pt x="346854" y="22845"/>
                      <a:pt x="341121" y="31411"/>
                      <a:pt x="338255" y="42833"/>
                    </a:cubicBezTo>
                    <a:cubicBezTo>
                      <a:pt x="338255" y="51400"/>
                      <a:pt x="338255" y="62822"/>
                      <a:pt x="338255" y="71389"/>
                    </a:cubicBezTo>
                    <a:cubicBezTo>
                      <a:pt x="335388" y="131356"/>
                      <a:pt x="338255" y="191323"/>
                      <a:pt x="335388" y="251290"/>
                    </a:cubicBezTo>
                    <a:cubicBezTo>
                      <a:pt x="335388" y="268423"/>
                      <a:pt x="332521" y="282701"/>
                      <a:pt x="326788" y="299834"/>
                    </a:cubicBezTo>
                    <a:cubicBezTo>
                      <a:pt x="309589" y="354090"/>
                      <a:pt x="269457" y="382646"/>
                      <a:pt x="212126" y="388357"/>
                    </a:cubicBezTo>
                    <a:cubicBezTo>
                      <a:pt x="171994" y="394068"/>
                      <a:pt x="134729" y="385501"/>
                      <a:pt x="100330" y="362657"/>
                    </a:cubicBezTo>
                    <a:cubicBezTo>
                      <a:pt x="68798" y="342668"/>
                      <a:pt x="51598" y="311257"/>
                      <a:pt x="48732" y="274134"/>
                    </a:cubicBezTo>
                    <a:cubicBezTo>
                      <a:pt x="45865" y="262712"/>
                      <a:pt x="45865" y="248434"/>
                      <a:pt x="45865" y="237012"/>
                    </a:cubicBezTo>
                    <a:cubicBezTo>
                      <a:pt x="45865" y="182756"/>
                      <a:pt x="45865" y="128500"/>
                      <a:pt x="45865" y="71389"/>
                    </a:cubicBezTo>
                    <a:cubicBezTo>
                      <a:pt x="45865" y="62822"/>
                      <a:pt x="45865" y="51400"/>
                      <a:pt x="45865" y="42833"/>
                    </a:cubicBezTo>
                    <a:cubicBezTo>
                      <a:pt x="42998" y="28556"/>
                      <a:pt x="37265" y="22845"/>
                      <a:pt x="22933" y="22845"/>
                    </a:cubicBezTo>
                    <a:cubicBezTo>
                      <a:pt x="14333" y="19989"/>
                      <a:pt x="8600" y="19989"/>
                      <a:pt x="0" y="19989"/>
                    </a:cubicBezTo>
                    <a:cubicBezTo>
                      <a:pt x="0" y="11422"/>
                      <a:pt x="0" y="5711"/>
                      <a:pt x="0" y="0"/>
                    </a:cubicBezTo>
                    <a:cubicBezTo>
                      <a:pt x="45865" y="0"/>
                      <a:pt x="91730" y="0"/>
                      <a:pt x="1404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8" name="Freeform 30"/>
              <p:cNvSpPr/>
              <p:nvPr/>
            </p:nvSpPr>
            <p:spPr>
              <a:xfrm>
                <a:off x="7832866" y="3891177"/>
                <a:ext cx="378049" cy="390864"/>
              </a:xfrm>
              <a:custGeom>
                <a:avLst/>
                <a:gdLst/>
                <a:ahLst/>
                <a:cxnLst/>
                <a:rect l="0" t="0" r="r" b="b"/>
                <a:pathLst>
                  <a:path w="378049" h="390864">
                    <a:moveTo>
                      <a:pt x="207501" y="390864"/>
                    </a:moveTo>
                    <a:cubicBezTo>
                      <a:pt x="196131" y="390864"/>
                      <a:pt x="187603" y="390864"/>
                      <a:pt x="181918" y="390864"/>
                    </a:cubicBezTo>
                    <a:cubicBezTo>
                      <a:pt x="173391" y="390864"/>
                      <a:pt x="167706" y="388011"/>
                      <a:pt x="164863" y="379452"/>
                    </a:cubicBezTo>
                    <a:cubicBezTo>
                      <a:pt x="147809" y="328098"/>
                      <a:pt x="127911" y="279596"/>
                      <a:pt x="110856" y="228242"/>
                    </a:cubicBezTo>
                    <a:cubicBezTo>
                      <a:pt x="88117" y="174034"/>
                      <a:pt x="68219" y="119827"/>
                      <a:pt x="48322" y="65620"/>
                    </a:cubicBezTo>
                    <a:cubicBezTo>
                      <a:pt x="45480" y="57060"/>
                      <a:pt x="42637" y="48501"/>
                      <a:pt x="36952" y="39942"/>
                    </a:cubicBezTo>
                    <a:cubicBezTo>
                      <a:pt x="31267" y="28530"/>
                      <a:pt x="22740" y="22824"/>
                      <a:pt x="11370" y="19971"/>
                    </a:cubicBezTo>
                    <a:cubicBezTo>
                      <a:pt x="8527" y="19971"/>
                      <a:pt x="5685" y="19971"/>
                      <a:pt x="0" y="19971"/>
                    </a:cubicBezTo>
                    <a:cubicBezTo>
                      <a:pt x="0" y="11412"/>
                      <a:pt x="0" y="5706"/>
                      <a:pt x="0" y="0"/>
                    </a:cubicBezTo>
                    <a:cubicBezTo>
                      <a:pt x="45480" y="0"/>
                      <a:pt x="88117" y="0"/>
                      <a:pt x="133596" y="0"/>
                    </a:cubicBezTo>
                    <a:cubicBezTo>
                      <a:pt x="133596" y="5706"/>
                      <a:pt x="133596" y="11412"/>
                      <a:pt x="133596" y="19971"/>
                    </a:cubicBezTo>
                    <a:cubicBezTo>
                      <a:pt x="125069" y="19971"/>
                      <a:pt x="119384" y="19971"/>
                      <a:pt x="110856" y="22824"/>
                    </a:cubicBezTo>
                    <a:cubicBezTo>
                      <a:pt x="96644" y="22824"/>
                      <a:pt x="93802" y="28530"/>
                      <a:pt x="96644" y="42795"/>
                    </a:cubicBezTo>
                    <a:cubicBezTo>
                      <a:pt x="96644" y="48501"/>
                      <a:pt x="99487" y="54207"/>
                      <a:pt x="99487" y="57060"/>
                    </a:cubicBezTo>
                    <a:cubicBezTo>
                      <a:pt x="130754" y="145504"/>
                      <a:pt x="162021" y="231095"/>
                      <a:pt x="193288" y="319538"/>
                    </a:cubicBezTo>
                    <a:cubicBezTo>
                      <a:pt x="196131" y="322391"/>
                      <a:pt x="196131" y="325244"/>
                      <a:pt x="198973" y="330951"/>
                    </a:cubicBezTo>
                    <a:cubicBezTo>
                      <a:pt x="201816" y="325244"/>
                      <a:pt x="201816" y="322391"/>
                      <a:pt x="204658" y="322391"/>
                    </a:cubicBezTo>
                    <a:cubicBezTo>
                      <a:pt x="235925" y="231095"/>
                      <a:pt x="267193" y="142651"/>
                      <a:pt x="301302" y="51354"/>
                    </a:cubicBezTo>
                    <a:cubicBezTo>
                      <a:pt x="301302" y="48501"/>
                      <a:pt x="301302" y="48501"/>
                      <a:pt x="301302" y="45648"/>
                    </a:cubicBezTo>
                    <a:cubicBezTo>
                      <a:pt x="304145" y="28530"/>
                      <a:pt x="301302" y="22824"/>
                      <a:pt x="287090" y="19971"/>
                    </a:cubicBezTo>
                    <a:cubicBezTo>
                      <a:pt x="278562" y="19971"/>
                      <a:pt x="272877" y="19971"/>
                      <a:pt x="267193" y="19971"/>
                    </a:cubicBezTo>
                    <a:cubicBezTo>
                      <a:pt x="267193" y="11412"/>
                      <a:pt x="267193" y="5706"/>
                      <a:pt x="267193" y="0"/>
                    </a:cubicBezTo>
                    <a:cubicBezTo>
                      <a:pt x="301302" y="0"/>
                      <a:pt x="338254" y="0"/>
                      <a:pt x="378049" y="0"/>
                    </a:cubicBezTo>
                    <a:cubicBezTo>
                      <a:pt x="378049" y="5706"/>
                      <a:pt x="378049" y="11412"/>
                      <a:pt x="378049" y="19971"/>
                    </a:cubicBezTo>
                    <a:cubicBezTo>
                      <a:pt x="375207" y="19971"/>
                      <a:pt x="372364" y="19971"/>
                      <a:pt x="369522" y="19971"/>
                    </a:cubicBezTo>
                    <a:cubicBezTo>
                      <a:pt x="352467" y="22824"/>
                      <a:pt x="343939" y="31383"/>
                      <a:pt x="338254" y="45648"/>
                    </a:cubicBezTo>
                    <a:cubicBezTo>
                      <a:pt x="329727" y="68473"/>
                      <a:pt x="321200" y="88444"/>
                      <a:pt x="312672" y="108415"/>
                    </a:cubicBezTo>
                    <a:cubicBezTo>
                      <a:pt x="278562" y="199712"/>
                      <a:pt x="244453" y="288155"/>
                      <a:pt x="210343" y="379452"/>
                    </a:cubicBezTo>
                    <a:cubicBezTo>
                      <a:pt x="210343" y="382305"/>
                      <a:pt x="207501" y="385158"/>
                      <a:pt x="207501" y="39086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49" name="Freeform 31"/>
              <p:cNvSpPr/>
              <p:nvPr/>
            </p:nvSpPr>
            <p:spPr>
              <a:xfrm>
                <a:off x="9844855" y="3891177"/>
                <a:ext cx="342807" cy="384457"/>
              </a:xfrm>
              <a:custGeom>
                <a:avLst/>
                <a:gdLst/>
                <a:ahLst/>
                <a:cxnLst/>
                <a:rect l="0" t="0" r="r" b="b"/>
                <a:pathLst>
                  <a:path w="342807" h="384457">
                    <a:moveTo>
                      <a:pt x="242822" y="361674"/>
                    </a:moveTo>
                    <a:cubicBezTo>
                      <a:pt x="242822" y="370218"/>
                      <a:pt x="242822" y="375914"/>
                      <a:pt x="242822" y="381609"/>
                    </a:cubicBezTo>
                    <a:cubicBezTo>
                      <a:pt x="231395" y="384457"/>
                      <a:pt x="125696" y="384457"/>
                      <a:pt x="99985" y="381609"/>
                    </a:cubicBezTo>
                    <a:cubicBezTo>
                      <a:pt x="99985" y="375914"/>
                      <a:pt x="99985" y="370218"/>
                      <a:pt x="99985" y="361674"/>
                    </a:cubicBezTo>
                    <a:cubicBezTo>
                      <a:pt x="108556" y="361674"/>
                      <a:pt x="117126" y="358827"/>
                      <a:pt x="125696" y="358827"/>
                    </a:cubicBezTo>
                    <a:cubicBezTo>
                      <a:pt x="137123" y="358827"/>
                      <a:pt x="142836" y="353131"/>
                      <a:pt x="142836" y="341740"/>
                    </a:cubicBezTo>
                    <a:cubicBezTo>
                      <a:pt x="145693" y="336044"/>
                      <a:pt x="145693" y="327500"/>
                      <a:pt x="145693" y="321805"/>
                    </a:cubicBezTo>
                    <a:cubicBezTo>
                      <a:pt x="145693" y="296174"/>
                      <a:pt x="145693" y="270544"/>
                      <a:pt x="145693" y="242066"/>
                    </a:cubicBezTo>
                    <a:cubicBezTo>
                      <a:pt x="145693" y="236370"/>
                      <a:pt x="145693" y="230674"/>
                      <a:pt x="142836" y="224979"/>
                    </a:cubicBezTo>
                    <a:cubicBezTo>
                      <a:pt x="111412" y="168022"/>
                      <a:pt x="79988" y="111065"/>
                      <a:pt x="48564" y="54109"/>
                    </a:cubicBezTo>
                    <a:cubicBezTo>
                      <a:pt x="45708" y="48413"/>
                      <a:pt x="42851" y="45565"/>
                      <a:pt x="42851" y="42717"/>
                    </a:cubicBezTo>
                    <a:cubicBezTo>
                      <a:pt x="34281" y="28478"/>
                      <a:pt x="25711" y="19935"/>
                      <a:pt x="8570" y="19935"/>
                    </a:cubicBezTo>
                    <a:cubicBezTo>
                      <a:pt x="5713" y="19935"/>
                      <a:pt x="2857" y="19935"/>
                      <a:pt x="0" y="19935"/>
                    </a:cubicBezTo>
                    <a:cubicBezTo>
                      <a:pt x="0" y="11391"/>
                      <a:pt x="0" y="5696"/>
                      <a:pt x="0" y="0"/>
                    </a:cubicBezTo>
                    <a:cubicBezTo>
                      <a:pt x="45708" y="0"/>
                      <a:pt x="88558" y="0"/>
                      <a:pt x="137123" y="0"/>
                    </a:cubicBezTo>
                    <a:cubicBezTo>
                      <a:pt x="137123" y="5696"/>
                      <a:pt x="137123" y="11391"/>
                      <a:pt x="137123" y="19935"/>
                    </a:cubicBezTo>
                    <a:cubicBezTo>
                      <a:pt x="128553" y="19935"/>
                      <a:pt x="119982" y="19935"/>
                      <a:pt x="114269" y="19935"/>
                    </a:cubicBezTo>
                    <a:cubicBezTo>
                      <a:pt x="99985" y="22783"/>
                      <a:pt x="97129" y="28478"/>
                      <a:pt x="102842" y="39870"/>
                    </a:cubicBezTo>
                    <a:cubicBezTo>
                      <a:pt x="102842" y="42717"/>
                      <a:pt x="105699" y="48413"/>
                      <a:pt x="105699" y="51261"/>
                    </a:cubicBezTo>
                    <a:cubicBezTo>
                      <a:pt x="128553" y="93978"/>
                      <a:pt x="151406" y="139544"/>
                      <a:pt x="174260" y="182261"/>
                    </a:cubicBezTo>
                    <a:cubicBezTo>
                      <a:pt x="174260" y="185109"/>
                      <a:pt x="177117" y="187957"/>
                      <a:pt x="179974" y="193652"/>
                    </a:cubicBezTo>
                    <a:cubicBezTo>
                      <a:pt x="182830" y="187957"/>
                      <a:pt x="185687" y="185109"/>
                      <a:pt x="188544" y="182261"/>
                    </a:cubicBezTo>
                    <a:cubicBezTo>
                      <a:pt x="211398" y="139544"/>
                      <a:pt x="234251" y="96826"/>
                      <a:pt x="259962" y="51261"/>
                    </a:cubicBezTo>
                    <a:cubicBezTo>
                      <a:pt x="262819" y="45565"/>
                      <a:pt x="265675" y="39870"/>
                      <a:pt x="265675" y="34174"/>
                    </a:cubicBezTo>
                    <a:cubicBezTo>
                      <a:pt x="268532" y="25630"/>
                      <a:pt x="265675" y="22783"/>
                      <a:pt x="257105" y="22783"/>
                    </a:cubicBezTo>
                    <a:cubicBezTo>
                      <a:pt x="248535" y="19935"/>
                      <a:pt x="242822" y="19935"/>
                      <a:pt x="231395" y="19935"/>
                    </a:cubicBezTo>
                    <a:cubicBezTo>
                      <a:pt x="231395" y="11391"/>
                      <a:pt x="231395" y="5696"/>
                      <a:pt x="231395" y="0"/>
                    </a:cubicBezTo>
                    <a:cubicBezTo>
                      <a:pt x="268532" y="0"/>
                      <a:pt x="305670" y="0"/>
                      <a:pt x="342807" y="0"/>
                    </a:cubicBezTo>
                    <a:cubicBezTo>
                      <a:pt x="342807" y="5696"/>
                      <a:pt x="342807" y="11391"/>
                      <a:pt x="342807" y="19935"/>
                    </a:cubicBezTo>
                    <a:cubicBezTo>
                      <a:pt x="339950" y="19935"/>
                      <a:pt x="334237" y="19935"/>
                      <a:pt x="328523" y="22783"/>
                    </a:cubicBezTo>
                    <a:cubicBezTo>
                      <a:pt x="319953" y="22783"/>
                      <a:pt x="311383" y="25630"/>
                      <a:pt x="308526" y="34174"/>
                    </a:cubicBezTo>
                    <a:cubicBezTo>
                      <a:pt x="302813" y="39870"/>
                      <a:pt x="297099" y="48413"/>
                      <a:pt x="294243" y="54109"/>
                    </a:cubicBezTo>
                    <a:cubicBezTo>
                      <a:pt x="262819" y="108218"/>
                      <a:pt x="231395" y="159478"/>
                      <a:pt x="202827" y="213587"/>
                    </a:cubicBezTo>
                    <a:cubicBezTo>
                      <a:pt x="197114" y="219283"/>
                      <a:pt x="194257" y="227826"/>
                      <a:pt x="197114" y="233522"/>
                    </a:cubicBezTo>
                    <a:cubicBezTo>
                      <a:pt x="197114" y="262000"/>
                      <a:pt x="197114" y="290479"/>
                      <a:pt x="197114" y="316109"/>
                    </a:cubicBezTo>
                    <a:cubicBezTo>
                      <a:pt x="197114" y="324653"/>
                      <a:pt x="197114" y="330348"/>
                      <a:pt x="197114" y="336044"/>
                    </a:cubicBezTo>
                    <a:cubicBezTo>
                      <a:pt x="199971" y="353131"/>
                      <a:pt x="202827" y="355979"/>
                      <a:pt x="219968" y="358827"/>
                    </a:cubicBezTo>
                    <a:cubicBezTo>
                      <a:pt x="228538" y="358827"/>
                      <a:pt x="234251" y="361674"/>
                      <a:pt x="242822" y="36167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0" name="Freeform 32"/>
              <p:cNvSpPr/>
              <p:nvPr/>
            </p:nvSpPr>
            <p:spPr>
              <a:xfrm>
                <a:off x="9514863" y="3878362"/>
                <a:ext cx="329992" cy="394068"/>
              </a:xfrm>
              <a:custGeom>
                <a:avLst/>
                <a:gdLst/>
                <a:ahLst/>
                <a:cxnLst/>
                <a:rect l="0" t="0" r="r" b="b"/>
                <a:pathLst>
                  <a:path w="329992" h="394068">
                    <a:moveTo>
                      <a:pt x="307234" y="119071"/>
                    </a:moveTo>
                    <a:cubicBezTo>
                      <a:pt x="301544" y="104896"/>
                      <a:pt x="295855" y="93556"/>
                      <a:pt x="290165" y="82216"/>
                    </a:cubicBezTo>
                    <a:cubicBezTo>
                      <a:pt x="273097" y="48195"/>
                      <a:pt x="241804" y="36855"/>
                      <a:pt x="204823" y="39690"/>
                    </a:cubicBezTo>
                    <a:cubicBezTo>
                      <a:pt x="193444" y="39690"/>
                      <a:pt x="190599" y="42525"/>
                      <a:pt x="190599" y="51030"/>
                    </a:cubicBezTo>
                    <a:cubicBezTo>
                      <a:pt x="187754" y="56700"/>
                      <a:pt x="187754" y="62370"/>
                      <a:pt x="187754" y="68041"/>
                    </a:cubicBezTo>
                    <a:cubicBezTo>
                      <a:pt x="187754" y="153091"/>
                      <a:pt x="187754" y="240977"/>
                      <a:pt x="187754" y="326027"/>
                    </a:cubicBezTo>
                    <a:cubicBezTo>
                      <a:pt x="187754" y="334533"/>
                      <a:pt x="190599" y="340203"/>
                      <a:pt x="190599" y="348708"/>
                    </a:cubicBezTo>
                    <a:cubicBezTo>
                      <a:pt x="193444" y="362883"/>
                      <a:pt x="199133" y="368553"/>
                      <a:pt x="213357" y="371388"/>
                    </a:cubicBezTo>
                    <a:cubicBezTo>
                      <a:pt x="221891" y="371388"/>
                      <a:pt x="227581" y="374223"/>
                      <a:pt x="236115" y="374223"/>
                    </a:cubicBezTo>
                    <a:cubicBezTo>
                      <a:pt x="236115" y="379893"/>
                      <a:pt x="236115" y="388398"/>
                      <a:pt x="236115" y="394068"/>
                    </a:cubicBezTo>
                    <a:cubicBezTo>
                      <a:pt x="187754" y="394068"/>
                      <a:pt x="142238" y="394068"/>
                      <a:pt x="93877" y="394068"/>
                    </a:cubicBezTo>
                    <a:cubicBezTo>
                      <a:pt x="93877" y="388398"/>
                      <a:pt x="93877" y="382728"/>
                      <a:pt x="93877" y="374223"/>
                    </a:cubicBezTo>
                    <a:cubicBezTo>
                      <a:pt x="102411" y="374223"/>
                      <a:pt x="110946" y="371388"/>
                      <a:pt x="116635" y="371388"/>
                    </a:cubicBezTo>
                    <a:cubicBezTo>
                      <a:pt x="133704" y="368553"/>
                      <a:pt x="139393" y="362883"/>
                      <a:pt x="139393" y="348708"/>
                    </a:cubicBezTo>
                    <a:cubicBezTo>
                      <a:pt x="139393" y="343038"/>
                      <a:pt x="139393" y="340203"/>
                      <a:pt x="139393" y="334533"/>
                    </a:cubicBezTo>
                    <a:cubicBezTo>
                      <a:pt x="139393" y="243812"/>
                      <a:pt x="139393" y="153091"/>
                      <a:pt x="139393" y="62370"/>
                    </a:cubicBezTo>
                    <a:cubicBezTo>
                      <a:pt x="139393" y="39690"/>
                      <a:pt x="139393" y="36855"/>
                      <a:pt x="116635" y="39690"/>
                    </a:cubicBezTo>
                    <a:cubicBezTo>
                      <a:pt x="108101" y="39690"/>
                      <a:pt x="99567" y="39690"/>
                      <a:pt x="91032" y="42525"/>
                    </a:cubicBezTo>
                    <a:cubicBezTo>
                      <a:pt x="73964" y="45360"/>
                      <a:pt x="59740" y="51030"/>
                      <a:pt x="51206" y="65205"/>
                    </a:cubicBezTo>
                    <a:cubicBezTo>
                      <a:pt x="42671" y="76546"/>
                      <a:pt x="36982" y="90721"/>
                      <a:pt x="31292" y="102061"/>
                    </a:cubicBezTo>
                    <a:cubicBezTo>
                      <a:pt x="28448" y="107731"/>
                      <a:pt x="25603" y="113401"/>
                      <a:pt x="22758" y="119071"/>
                    </a:cubicBezTo>
                    <a:cubicBezTo>
                      <a:pt x="14224" y="116236"/>
                      <a:pt x="8534" y="113401"/>
                      <a:pt x="0" y="110566"/>
                    </a:cubicBezTo>
                    <a:cubicBezTo>
                      <a:pt x="14224" y="73711"/>
                      <a:pt x="25603" y="36855"/>
                      <a:pt x="36982" y="0"/>
                    </a:cubicBezTo>
                    <a:cubicBezTo>
                      <a:pt x="42671" y="0"/>
                      <a:pt x="48361" y="0"/>
                      <a:pt x="54050" y="0"/>
                    </a:cubicBezTo>
                    <a:cubicBezTo>
                      <a:pt x="56895" y="2835"/>
                      <a:pt x="56895" y="8505"/>
                      <a:pt x="59740" y="11340"/>
                    </a:cubicBezTo>
                    <a:cubicBezTo>
                      <a:pt x="130859" y="11340"/>
                      <a:pt x="199133" y="11340"/>
                      <a:pt x="270252" y="11340"/>
                    </a:cubicBezTo>
                    <a:cubicBezTo>
                      <a:pt x="270252" y="8505"/>
                      <a:pt x="273097" y="2835"/>
                      <a:pt x="275942" y="0"/>
                    </a:cubicBezTo>
                    <a:cubicBezTo>
                      <a:pt x="278786" y="0"/>
                      <a:pt x="284476" y="0"/>
                      <a:pt x="293010" y="0"/>
                    </a:cubicBezTo>
                    <a:cubicBezTo>
                      <a:pt x="304389" y="36855"/>
                      <a:pt x="318613" y="73711"/>
                      <a:pt x="329992" y="110566"/>
                    </a:cubicBezTo>
                    <a:cubicBezTo>
                      <a:pt x="321458" y="113401"/>
                      <a:pt x="315768" y="116236"/>
                      <a:pt x="307234" y="11907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1" name="Freeform 33"/>
              <p:cNvSpPr/>
              <p:nvPr/>
            </p:nvSpPr>
            <p:spPr>
              <a:xfrm>
                <a:off x="5715150" y="3891177"/>
                <a:ext cx="140967" cy="381253"/>
              </a:xfrm>
              <a:custGeom>
                <a:avLst/>
                <a:gdLst/>
                <a:ahLst/>
                <a:cxnLst/>
                <a:rect l="0" t="0" r="r" b="b"/>
                <a:pathLst>
                  <a:path w="140967" h="381253">
                    <a:moveTo>
                      <a:pt x="0" y="381253"/>
                    </a:moveTo>
                    <a:cubicBezTo>
                      <a:pt x="0" y="375563"/>
                      <a:pt x="0" y="369872"/>
                      <a:pt x="0" y="361337"/>
                    </a:cubicBezTo>
                    <a:cubicBezTo>
                      <a:pt x="8458" y="361337"/>
                      <a:pt x="16916" y="361337"/>
                      <a:pt x="25374" y="358492"/>
                    </a:cubicBezTo>
                    <a:cubicBezTo>
                      <a:pt x="36651" y="355646"/>
                      <a:pt x="42290" y="352801"/>
                      <a:pt x="45109" y="338575"/>
                    </a:cubicBezTo>
                    <a:cubicBezTo>
                      <a:pt x="45109" y="332885"/>
                      <a:pt x="45109" y="327195"/>
                      <a:pt x="45109" y="321504"/>
                    </a:cubicBezTo>
                    <a:cubicBezTo>
                      <a:pt x="45109" y="233304"/>
                      <a:pt x="45109" y="147949"/>
                      <a:pt x="45109" y="59749"/>
                    </a:cubicBezTo>
                    <a:cubicBezTo>
                      <a:pt x="45109" y="51213"/>
                      <a:pt x="45109" y="45523"/>
                      <a:pt x="45109" y="36987"/>
                    </a:cubicBezTo>
                    <a:cubicBezTo>
                      <a:pt x="42290" y="28452"/>
                      <a:pt x="36651" y="22761"/>
                      <a:pt x="25374" y="22761"/>
                    </a:cubicBezTo>
                    <a:cubicBezTo>
                      <a:pt x="16916" y="19916"/>
                      <a:pt x="11277" y="19916"/>
                      <a:pt x="2819" y="19916"/>
                    </a:cubicBezTo>
                    <a:cubicBezTo>
                      <a:pt x="2819" y="11381"/>
                      <a:pt x="2819" y="5690"/>
                      <a:pt x="2819" y="0"/>
                    </a:cubicBezTo>
                    <a:cubicBezTo>
                      <a:pt x="47929" y="0"/>
                      <a:pt x="93038" y="0"/>
                      <a:pt x="138148" y="0"/>
                    </a:cubicBezTo>
                    <a:cubicBezTo>
                      <a:pt x="138148" y="5690"/>
                      <a:pt x="138148" y="11381"/>
                      <a:pt x="138148" y="19916"/>
                    </a:cubicBezTo>
                    <a:cubicBezTo>
                      <a:pt x="132509" y="19916"/>
                      <a:pt x="124051" y="19916"/>
                      <a:pt x="118412" y="22761"/>
                    </a:cubicBezTo>
                    <a:cubicBezTo>
                      <a:pt x="107135" y="22761"/>
                      <a:pt x="98677" y="28452"/>
                      <a:pt x="95858" y="42678"/>
                    </a:cubicBezTo>
                    <a:cubicBezTo>
                      <a:pt x="95858" y="48368"/>
                      <a:pt x="93038" y="56903"/>
                      <a:pt x="93038" y="65439"/>
                    </a:cubicBezTo>
                    <a:cubicBezTo>
                      <a:pt x="93038" y="150794"/>
                      <a:pt x="93038" y="236149"/>
                      <a:pt x="93038" y="321504"/>
                    </a:cubicBezTo>
                    <a:cubicBezTo>
                      <a:pt x="93038" y="352801"/>
                      <a:pt x="101496" y="358492"/>
                      <a:pt x="129690" y="361337"/>
                    </a:cubicBezTo>
                    <a:cubicBezTo>
                      <a:pt x="132509" y="361337"/>
                      <a:pt x="135328" y="361337"/>
                      <a:pt x="138148" y="361337"/>
                    </a:cubicBezTo>
                    <a:cubicBezTo>
                      <a:pt x="138148" y="364182"/>
                      <a:pt x="140967" y="367027"/>
                      <a:pt x="140967" y="372717"/>
                    </a:cubicBezTo>
                    <a:cubicBezTo>
                      <a:pt x="140967" y="375563"/>
                      <a:pt x="138148" y="378408"/>
                      <a:pt x="138148" y="381253"/>
                    </a:cubicBezTo>
                    <a:cubicBezTo>
                      <a:pt x="93038" y="381253"/>
                      <a:pt x="47929" y="381253"/>
                      <a:pt x="0" y="381253"/>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2" name="Freeform 34"/>
              <p:cNvSpPr/>
              <p:nvPr/>
            </p:nvSpPr>
            <p:spPr>
              <a:xfrm>
                <a:off x="9354673" y="3891177"/>
                <a:ext cx="137764" cy="384457"/>
              </a:xfrm>
              <a:custGeom>
                <a:avLst/>
                <a:gdLst/>
                <a:ahLst/>
                <a:cxnLst/>
                <a:rect l="0" t="0" r="r" b="b"/>
                <a:pathLst>
                  <a:path w="137764" h="384457">
                    <a:moveTo>
                      <a:pt x="0" y="19935"/>
                    </a:moveTo>
                    <a:cubicBezTo>
                      <a:pt x="0" y="11391"/>
                      <a:pt x="0" y="5696"/>
                      <a:pt x="0" y="0"/>
                    </a:cubicBezTo>
                    <a:cubicBezTo>
                      <a:pt x="44984" y="0"/>
                      <a:pt x="89968" y="0"/>
                      <a:pt x="137764" y="0"/>
                    </a:cubicBezTo>
                    <a:cubicBezTo>
                      <a:pt x="137764" y="5696"/>
                      <a:pt x="137764" y="11391"/>
                      <a:pt x="137764" y="19935"/>
                    </a:cubicBezTo>
                    <a:cubicBezTo>
                      <a:pt x="129329" y="19935"/>
                      <a:pt x="123706" y="19935"/>
                      <a:pt x="118083" y="22783"/>
                    </a:cubicBezTo>
                    <a:cubicBezTo>
                      <a:pt x="104026" y="22783"/>
                      <a:pt x="98403" y="28478"/>
                      <a:pt x="95591" y="42717"/>
                    </a:cubicBezTo>
                    <a:cubicBezTo>
                      <a:pt x="92780" y="51261"/>
                      <a:pt x="92780" y="56957"/>
                      <a:pt x="92780" y="65500"/>
                    </a:cubicBezTo>
                    <a:cubicBezTo>
                      <a:pt x="92780" y="150935"/>
                      <a:pt x="92780" y="236370"/>
                      <a:pt x="92780" y="321805"/>
                    </a:cubicBezTo>
                    <a:cubicBezTo>
                      <a:pt x="92780" y="353131"/>
                      <a:pt x="98403" y="358827"/>
                      <a:pt x="129329" y="361674"/>
                    </a:cubicBezTo>
                    <a:cubicBezTo>
                      <a:pt x="132141" y="361674"/>
                      <a:pt x="134952" y="361674"/>
                      <a:pt x="137764" y="361674"/>
                    </a:cubicBezTo>
                    <a:cubicBezTo>
                      <a:pt x="137764" y="367370"/>
                      <a:pt x="137764" y="375914"/>
                      <a:pt x="137764" y="381609"/>
                    </a:cubicBezTo>
                    <a:cubicBezTo>
                      <a:pt x="126518" y="384457"/>
                      <a:pt x="25304" y="384457"/>
                      <a:pt x="0" y="381609"/>
                    </a:cubicBezTo>
                    <a:cubicBezTo>
                      <a:pt x="0" y="375914"/>
                      <a:pt x="0" y="370218"/>
                      <a:pt x="0" y="361674"/>
                    </a:cubicBezTo>
                    <a:cubicBezTo>
                      <a:pt x="8435" y="361674"/>
                      <a:pt x="14058" y="361674"/>
                      <a:pt x="19681" y="358827"/>
                    </a:cubicBezTo>
                    <a:cubicBezTo>
                      <a:pt x="36550" y="358827"/>
                      <a:pt x="42173" y="353131"/>
                      <a:pt x="44984" y="336044"/>
                    </a:cubicBezTo>
                    <a:cubicBezTo>
                      <a:pt x="44984" y="333196"/>
                      <a:pt x="44984" y="327500"/>
                      <a:pt x="44984" y="321805"/>
                    </a:cubicBezTo>
                    <a:cubicBezTo>
                      <a:pt x="44984" y="233522"/>
                      <a:pt x="44984" y="145239"/>
                      <a:pt x="44984" y="56957"/>
                    </a:cubicBezTo>
                    <a:cubicBezTo>
                      <a:pt x="44984" y="51261"/>
                      <a:pt x="42173" y="45565"/>
                      <a:pt x="42173" y="37022"/>
                    </a:cubicBezTo>
                    <a:cubicBezTo>
                      <a:pt x="39361" y="28478"/>
                      <a:pt x="33738" y="22783"/>
                      <a:pt x="25304" y="22783"/>
                    </a:cubicBezTo>
                    <a:cubicBezTo>
                      <a:pt x="16869" y="19935"/>
                      <a:pt x="8435" y="19935"/>
                      <a:pt x="0" y="19935"/>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53" name="Freeform 35"/>
              <p:cNvSpPr/>
              <p:nvPr/>
            </p:nvSpPr>
            <p:spPr>
              <a:xfrm>
                <a:off x="7675879" y="3891177"/>
                <a:ext cx="137764" cy="381253"/>
              </a:xfrm>
              <a:custGeom>
                <a:avLst/>
                <a:gdLst/>
                <a:ahLst/>
                <a:cxnLst/>
                <a:rect l="0" t="0" r="r" b="b"/>
                <a:pathLst>
                  <a:path w="137764" h="381253">
                    <a:moveTo>
                      <a:pt x="0" y="19916"/>
                    </a:moveTo>
                    <a:cubicBezTo>
                      <a:pt x="0" y="11381"/>
                      <a:pt x="0" y="5690"/>
                      <a:pt x="0" y="0"/>
                    </a:cubicBezTo>
                    <a:cubicBezTo>
                      <a:pt x="44984" y="0"/>
                      <a:pt x="89968" y="0"/>
                      <a:pt x="137764" y="0"/>
                    </a:cubicBezTo>
                    <a:cubicBezTo>
                      <a:pt x="137764" y="5690"/>
                      <a:pt x="137764" y="11381"/>
                      <a:pt x="137764" y="19916"/>
                    </a:cubicBezTo>
                    <a:cubicBezTo>
                      <a:pt x="129329" y="19916"/>
                      <a:pt x="123706" y="19916"/>
                      <a:pt x="118083" y="22761"/>
                    </a:cubicBezTo>
                    <a:cubicBezTo>
                      <a:pt x="104026" y="22761"/>
                      <a:pt x="95591" y="28452"/>
                      <a:pt x="95591" y="42678"/>
                    </a:cubicBezTo>
                    <a:cubicBezTo>
                      <a:pt x="92780" y="51213"/>
                      <a:pt x="92780" y="59749"/>
                      <a:pt x="92780" y="65439"/>
                    </a:cubicBezTo>
                    <a:cubicBezTo>
                      <a:pt x="92780" y="150794"/>
                      <a:pt x="92780" y="236149"/>
                      <a:pt x="92780" y="318659"/>
                    </a:cubicBezTo>
                    <a:cubicBezTo>
                      <a:pt x="92780" y="327195"/>
                      <a:pt x="92780" y="335730"/>
                      <a:pt x="95591" y="341421"/>
                    </a:cubicBezTo>
                    <a:cubicBezTo>
                      <a:pt x="95591" y="352801"/>
                      <a:pt x="101214" y="358492"/>
                      <a:pt x="112460" y="358492"/>
                    </a:cubicBezTo>
                    <a:cubicBezTo>
                      <a:pt x="120895" y="358492"/>
                      <a:pt x="126518" y="361337"/>
                      <a:pt x="137764" y="361337"/>
                    </a:cubicBezTo>
                    <a:cubicBezTo>
                      <a:pt x="137764" y="367027"/>
                      <a:pt x="137764" y="375563"/>
                      <a:pt x="137764" y="381253"/>
                    </a:cubicBezTo>
                    <a:cubicBezTo>
                      <a:pt x="92780" y="381253"/>
                      <a:pt x="44984" y="381253"/>
                      <a:pt x="0" y="381253"/>
                    </a:cubicBezTo>
                    <a:cubicBezTo>
                      <a:pt x="0" y="375563"/>
                      <a:pt x="0" y="369872"/>
                      <a:pt x="0" y="361337"/>
                    </a:cubicBezTo>
                    <a:cubicBezTo>
                      <a:pt x="8435" y="361337"/>
                      <a:pt x="16869" y="361337"/>
                      <a:pt x="22492" y="358492"/>
                    </a:cubicBezTo>
                    <a:cubicBezTo>
                      <a:pt x="36550" y="355646"/>
                      <a:pt x="42173" y="349956"/>
                      <a:pt x="42173" y="338575"/>
                    </a:cubicBezTo>
                    <a:cubicBezTo>
                      <a:pt x="44984" y="330040"/>
                      <a:pt x="44984" y="321504"/>
                      <a:pt x="44984" y="312969"/>
                    </a:cubicBezTo>
                    <a:cubicBezTo>
                      <a:pt x="44984" y="230459"/>
                      <a:pt x="44984" y="150794"/>
                      <a:pt x="44984" y="71129"/>
                    </a:cubicBezTo>
                    <a:cubicBezTo>
                      <a:pt x="44984" y="59749"/>
                      <a:pt x="44984" y="51213"/>
                      <a:pt x="42173" y="42678"/>
                    </a:cubicBezTo>
                    <a:cubicBezTo>
                      <a:pt x="42173" y="28452"/>
                      <a:pt x="36550" y="22761"/>
                      <a:pt x="22492" y="22761"/>
                    </a:cubicBezTo>
                    <a:cubicBezTo>
                      <a:pt x="14058" y="19916"/>
                      <a:pt x="8435" y="19916"/>
                      <a:pt x="0" y="1991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grpSp>
          <p:nvGrpSpPr>
            <p:cNvPr id="101" name="组合 100"/>
            <p:cNvGrpSpPr/>
            <p:nvPr/>
          </p:nvGrpSpPr>
          <p:grpSpPr>
            <a:xfrm>
              <a:off x="10237120" y="539555"/>
              <a:ext cx="1312962" cy="375239"/>
              <a:chOff x="4606634" y="2048989"/>
              <a:chExt cx="5593843" cy="1598699"/>
            </a:xfrm>
            <a:solidFill>
              <a:schemeClr val="accent1">
                <a:alpha val="80000"/>
              </a:schemeClr>
            </a:solidFill>
          </p:grpSpPr>
          <p:sp>
            <p:nvSpPr>
              <p:cNvPr id="126" name="Freeform 9"/>
              <p:cNvSpPr>
                <a:spLocks noEditPoints="1"/>
              </p:cNvSpPr>
              <p:nvPr/>
            </p:nvSpPr>
            <p:spPr>
              <a:xfrm>
                <a:off x="9274578" y="2071415"/>
                <a:ext cx="925899" cy="1034829"/>
              </a:xfrm>
              <a:custGeom>
                <a:avLst/>
                <a:gdLst/>
                <a:ahLst/>
                <a:cxnLst/>
                <a:rect l="0" t="0" r="r" b="b"/>
                <a:pathLst>
                  <a:path w="925899" h="1034829">
                    <a:moveTo>
                      <a:pt x="925899" y="296480"/>
                    </a:moveTo>
                    <a:cubicBezTo>
                      <a:pt x="925899" y="296480"/>
                      <a:pt x="923050" y="299331"/>
                      <a:pt x="923050" y="302181"/>
                    </a:cubicBezTo>
                    <a:cubicBezTo>
                      <a:pt x="920201" y="307883"/>
                      <a:pt x="920201" y="316435"/>
                      <a:pt x="917352" y="324988"/>
                    </a:cubicBezTo>
                    <a:cubicBezTo>
                      <a:pt x="888863" y="393406"/>
                      <a:pt x="854676" y="456123"/>
                      <a:pt x="806244" y="510288"/>
                    </a:cubicBezTo>
                    <a:cubicBezTo>
                      <a:pt x="783453" y="535944"/>
                      <a:pt x="760662" y="561601"/>
                      <a:pt x="737870" y="584408"/>
                    </a:cubicBezTo>
                    <a:cubicBezTo>
                      <a:pt x="726475" y="595811"/>
                      <a:pt x="715079" y="601512"/>
                      <a:pt x="703683" y="610064"/>
                    </a:cubicBezTo>
                    <a:cubicBezTo>
                      <a:pt x="695136" y="618617"/>
                      <a:pt x="686590" y="624318"/>
                      <a:pt x="680892" y="635721"/>
                    </a:cubicBezTo>
                    <a:cubicBezTo>
                      <a:pt x="675194" y="644274"/>
                      <a:pt x="678043" y="647124"/>
                      <a:pt x="686590" y="649975"/>
                    </a:cubicBezTo>
                    <a:cubicBezTo>
                      <a:pt x="692288" y="649975"/>
                      <a:pt x="697985" y="649975"/>
                      <a:pt x="700834" y="649975"/>
                    </a:cubicBezTo>
                    <a:cubicBezTo>
                      <a:pt x="726475" y="652826"/>
                      <a:pt x="749266" y="655677"/>
                      <a:pt x="772057" y="655677"/>
                    </a:cubicBezTo>
                    <a:cubicBezTo>
                      <a:pt x="774906" y="655677"/>
                      <a:pt x="780604" y="658528"/>
                      <a:pt x="783453" y="658528"/>
                    </a:cubicBezTo>
                    <a:cubicBezTo>
                      <a:pt x="797698" y="664229"/>
                      <a:pt x="803395" y="669931"/>
                      <a:pt x="803395" y="684184"/>
                    </a:cubicBezTo>
                    <a:cubicBezTo>
                      <a:pt x="806244" y="704140"/>
                      <a:pt x="803395" y="721244"/>
                      <a:pt x="794849" y="738349"/>
                    </a:cubicBezTo>
                    <a:cubicBezTo>
                      <a:pt x="789151" y="755454"/>
                      <a:pt x="777755" y="772558"/>
                      <a:pt x="766359" y="789663"/>
                    </a:cubicBezTo>
                    <a:cubicBezTo>
                      <a:pt x="740719" y="823872"/>
                      <a:pt x="706532" y="849529"/>
                      <a:pt x="675194" y="875186"/>
                    </a:cubicBezTo>
                    <a:cubicBezTo>
                      <a:pt x="663798" y="886589"/>
                      <a:pt x="649554" y="895141"/>
                      <a:pt x="635309" y="900843"/>
                    </a:cubicBezTo>
                    <a:cubicBezTo>
                      <a:pt x="606820" y="915097"/>
                      <a:pt x="578331" y="932201"/>
                      <a:pt x="549842" y="946455"/>
                    </a:cubicBezTo>
                    <a:cubicBezTo>
                      <a:pt x="532748" y="952157"/>
                      <a:pt x="518503" y="960709"/>
                      <a:pt x="501410" y="969261"/>
                    </a:cubicBezTo>
                    <a:cubicBezTo>
                      <a:pt x="492863" y="972112"/>
                      <a:pt x="481467" y="972112"/>
                      <a:pt x="472921" y="974963"/>
                    </a:cubicBezTo>
                    <a:cubicBezTo>
                      <a:pt x="467223" y="974963"/>
                      <a:pt x="458676" y="972112"/>
                      <a:pt x="455827" y="966411"/>
                    </a:cubicBezTo>
                    <a:cubicBezTo>
                      <a:pt x="452978" y="960709"/>
                      <a:pt x="455827" y="955007"/>
                      <a:pt x="461525" y="949306"/>
                    </a:cubicBezTo>
                    <a:cubicBezTo>
                      <a:pt x="464374" y="946455"/>
                      <a:pt x="467223" y="940754"/>
                      <a:pt x="470072" y="937903"/>
                    </a:cubicBezTo>
                    <a:cubicBezTo>
                      <a:pt x="492863" y="920798"/>
                      <a:pt x="515655" y="900843"/>
                      <a:pt x="538446" y="883738"/>
                    </a:cubicBezTo>
                    <a:cubicBezTo>
                      <a:pt x="546993" y="875186"/>
                      <a:pt x="552690" y="869484"/>
                      <a:pt x="555539" y="860932"/>
                    </a:cubicBezTo>
                    <a:cubicBezTo>
                      <a:pt x="558388" y="855231"/>
                      <a:pt x="564086" y="846678"/>
                      <a:pt x="569784" y="840977"/>
                    </a:cubicBezTo>
                    <a:cubicBezTo>
                      <a:pt x="584029" y="829574"/>
                      <a:pt x="598273" y="818171"/>
                      <a:pt x="609669" y="803917"/>
                    </a:cubicBezTo>
                    <a:cubicBezTo>
                      <a:pt x="618216" y="798215"/>
                      <a:pt x="621065" y="792514"/>
                      <a:pt x="623913" y="783961"/>
                    </a:cubicBezTo>
                    <a:cubicBezTo>
                      <a:pt x="623913" y="772558"/>
                      <a:pt x="629611" y="764006"/>
                      <a:pt x="635309" y="755454"/>
                    </a:cubicBezTo>
                    <a:cubicBezTo>
                      <a:pt x="641007" y="749752"/>
                      <a:pt x="646705" y="744051"/>
                      <a:pt x="652403" y="738349"/>
                    </a:cubicBezTo>
                    <a:cubicBezTo>
                      <a:pt x="646705" y="729797"/>
                      <a:pt x="638158" y="729797"/>
                      <a:pt x="626762" y="732648"/>
                    </a:cubicBezTo>
                    <a:cubicBezTo>
                      <a:pt x="603971" y="741200"/>
                      <a:pt x="584029" y="752603"/>
                      <a:pt x="566935" y="769708"/>
                    </a:cubicBezTo>
                    <a:cubicBezTo>
                      <a:pt x="546993" y="786812"/>
                      <a:pt x="529899" y="803917"/>
                      <a:pt x="509957" y="823872"/>
                    </a:cubicBezTo>
                    <a:cubicBezTo>
                      <a:pt x="481467" y="852380"/>
                      <a:pt x="447280" y="875186"/>
                      <a:pt x="410244" y="895141"/>
                    </a:cubicBezTo>
                    <a:cubicBezTo>
                      <a:pt x="373209" y="912246"/>
                      <a:pt x="339021" y="935052"/>
                      <a:pt x="301986" y="955007"/>
                    </a:cubicBezTo>
                    <a:cubicBezTo>
                      <a:pt x="253554" y="980664"/>
                      <a:pt x="205122" y="1003471"/>
                      <a:pt x="150993" y="1017724"/>
                    </a:cubicBezTo>
                    <a:cubicBezTo>
                      <a:pt x="122504" y="1029127"/>
                      <a:pt x="91165" y="1034829"/>
                      <a:pt x="56978" y="1034829"/>
                    </a:cubicBezTo>
                    <a:cubicBezTo>
                      <a:pt x="45583" y="1031978"/>
                      <a:pt x="34187" y="1029127"/>
                      <a:pt x="19942" y="1029127"/>
                    </a:cubicBezTo>
                    <a:cubicBezTo>
                      <a:pt x="17094" y="1029127"/>
                      <a:pt x="14245" y="1026277"/>
                      <a:pt x="11396" y="1026277"/>
                    </a:cubicBezTo>
                    <a:cubicBezTo>
                      <a:pt x="0" y="1020575"/>
                      <a:pt x="0" y="1012023"/>
                      <a:pt x="11396" y="1003471"/>
                    </a:cubicBezTo>
                    <a:cubicBezTo>
                      <a:pt x="79770" y="960709"/>
                      <a:pt x="150993" y="915097"/>
                      <a:pt x="222216" y="872335"/>
                    </a:cubicBezTo>
                    <a:cubicBezTo>
                      <a:pt x="239309" y="860932"/>
                      <a:pt x="259252" y="849529"/>
                      <a:pt x="279194" y="846678"/>
                    </a:cubicBezTo>
                    <a:cubicBezTo>
                      <a:pt x="284892" y="843828"/>
                      <a:pt x="287741" y="840977"/>
                      <a:pt x="290590" y="840977"/>
                    </a:cubicBezTo>
                    <a:cubicBezTo>
                      <a:pt x="384604" y="783961"/>
                      <a:pt x="481467" y="732648"/>
                      <a:pt x="581180" y="687035"/>
                    </a:cubicBezTo>
                    <a:cubicBezTo>
                      <a:pt x="584029" y="684184"/>
                      <a:pt x="589726" y="681334"/>
                      <a:pt x="592575" y="678483"/>
                    </a:cubicBezTo>
                    <a:cubicBezTo>
                      <a:pt x="595424" y="675632"/>
                      <a:pt x="598273" y="669931"/>
                      <a:pt x="598273" y="667080"/>
                    </a:cubicBezTo>
                    <a:cubicBezTo>
                      <a:pt x="598273" y="664229"/>
                      <a:pt x="592575" y="661378"/>
                      <a:pt x="589726" y="661378"/>
                    </a:cubicBezTo>
                    <a:cubicBezTo>
                      <a:pt x="572633" y="658528"/>
                      <a:pt x="558388" y="664229"/>
                      <a:pt x="541295" y="669931"/>
                    </a:cubicBezTo>
                    <a:cubicBezTo>
                      <a:pt x="524201" y="678483"/>
                      <a:pt x="507108" y="684184"/>
                      <a:pt x="487165" y="692737"/>
                    </a:cubicBezTo>
                    <a:cubicBezTo>
                      <a:pt x="484316" y="692737"/>
                      <a:pt x="481467" y="695588"/>
                      <a:pt x="478619" y="695588"/>
                    </a:cubicBezTo>
                    <a:cubicBezTo>
                      <a:pt x="467223" y="695588"/>
                      <a:pt x="464374" y="695588"/>
                      <a:pt x="464374" y="681334"/>
                    </a:cubicBezTo>
                    <a:cubicBezTo>
                      <a:pt x="464374" y="672781"/>
                      <a:pt x="467223" y="664229"/>
                      <a:pt x="472921" y="658528"/>
                    </a:cubicBezTo>
                    <a:cubicBezTo>
                      <a:pt x="475770" y="652826"/>
                      <a:pt x="481467" y="649975"/>
                      <a:pt x="484316" y="644274"/>
                    </a:cubicBezTo>
                    <a:cubicBezTo>
                      <a:pt x="490014" y="632871"/>
                      <a:pt x="490014" y="621468"/>
                      <a:pt x="478619" y="612915"/>
                    </a:cubicBezTo>
                    <a:cubicBezTo>
                      <a:pt x="467223" y="604363"/>
                      <a:pt x="452978" y="595811"/>
                      <a:pt x="438734" y="587258"/>
                    </a:cubicBezTo>
                    <a:cubicBezTo>
                      <a:pt x="421640" y="578706"/>
                      <a:pt x="407396" y="584408"/>
                      <a:pt x="393151" y="598661"/>
                    </a:cubicBezTo>
                    <a:cubicBezTo>
                      <a:pt x="378906" y="612915"/>
                      <a:pt x="364662" y="624318"/>
                      <a:pt x="347568" y="638572"/>
                    </a:cubicBezTo>
                    <a:cubicBezTo>
                      <a:pt x="336173" y="649975"/>
                      <a:pt x="319079" y="658528"/>
                      <a:pt x="304834" y="669931"/>
                    </a:cubicBezTo>
                    <a:cubicBezTo>
                      <a:pt x="299137" y="672781"/>
                      <a:pt x="290590" y="678483"/>
                      <a:pt x="282043" y="672781"/>
                    </a:cubicBezTo>
                    <a:cubicBezTo>
                      <a:pt x="276345" y="667080"/>
                      <a:pt x="276345" y="658528"/>
                      <a:pt x="279194" y="652826"/>
                    </a:cubicBezTo>
                    <a:cubicBezTo>
                      <a:pt x="279194" y="644274"/>
                      <a:pt x="282043" y="638572"/>
                      <a:pt x="284892" y="632871"/>
                    </a:cubicBezTo>
                    <a:cubicBezTo>
                      <a:pt x="290590" y="624318"/>
                      <a:pt x="299137" y="618617"/>
                      <a:pt x="304834" y="610064"/>
                    </a:cubicBezTo>
                    <a:cubicBezTo>
                      <a:pt x="313381" y="601512"/>
                      <a:pt x="321928" y="592960"/>
                      <a:pt x="330475" y="581557"/>
                    </a:cubicBezTo>
                    <a:cubicBezTo>
                      <a:pt x="336173" y="575855"/>
                      <a:pt x="339021" y="564452"/>
                      <a:pt x="341870" y="555900"/>
                    </a:cubicBezTo>
                    <a:cubicBezTo>
                      <a:pt x="347568" y="544497"/>
                      <a:pt x="347568" y="533094"/>
                      <a:pt x="336173" y="521691"/>
                    </a:cubicBezTo>
                    <a:cubicBezTo>
                      <a:pt x="330475" y="518840"/>
                      <a:pt x="327626" y="515989"/>
                      <a:pt x="327626" y="510288"/>
                    </a:cubicBezTo>
                    <a:cubicBezTo>
                      <a:pt x="321928" y="504586"/>
                      <a:pt x="321928" y="498885"/>
                      <a:pt x="330475" y="496034"/>
                    </a:cubicBezTo>
                    <a:cubicBezTo>
                      <a:pt x="350417" y="493183"/>
                      <a:pt x="370360" y="487481"/>
                      <a:pt x="390302" y="484631"/>
                    </a:cubicBezTo>
                    <a:cubicBezTo>
                      <a:pt x="398849" y="484631"/>
                      <a:pt x="401698" y="481780"/>
                      <a:pt x="407396" y="476078"/>
                    </a:cubicBezTo>
                    <a:cubicBezTo>
                      <a:pt x="415942" y="464675"/>
                      <a:pt x="427338" y="453272"/>
                      <a:pt x="435885" y="441869"/>
                    </a:cubicBezTo>
                    <a:cubicBezTo>
                      <a:pt x="441583" y="433317"/>
                      <a:pt x="447280" y="424765"/>
                      <a:pt x="450129" y="413361"/>
                    </a:cubicBezTo>
                    <a:cubicBezTo>
                      <a:pt x="452978" y="401958"/>
                      <a:pt x="447280" y="399108"/>
                      <a:pt x="438734" y="401958"/>
                    </a:cubicBezTo>
                    <a:cubicBezTo>
                      <a:pt x="430187" y="401958"/>
                      <a:pt x="424489" y="404809"/>
                      <a:pt x="418791" y="410511"/>
                    </a:cubicBezTo>
                    <a:cubicBezTo>
                      <a:pt x="410244" y="416212"/>
                      <a:pt x="398849" y="416212"/>
                      <a:pt x="390302" y="413361"/>
                    </a:cubicBezTo>
                    <a:cubicBezTo>
                      <a:pt x="381755" y="413361"/>
                      <a:pt x="378906" y="410511"/>
                      <a:pt x="376057" y="401958"/>
                    </a:cubicBezTo>
                    <a:cubicBezTo>
                      <a:pt x="376057" y="396257"/>
                      <a:pt x="376057" y="390555"/>
                      <a:pt x="381755" y="384854"/>
                    </a:cubicBezTo>
                    <a:cubicBezTo>
                      <a:pt x="390302" y="379152"/>
                      <a:pt x="396000" y="373451"/>
                      <a:pt x="401698" y="367749"/>
                    </a:cubicBezTo>
                    <a:cubicBezTo>
                      <a:pt x="407396" y="359197"/>
                      <a:pt x="410244" y="350645"/>
                      <a:pt x="410244" y="339241"/>
                    </a:cubicBezTo>
                    <a:cubicBezTo>
                      <a:pt x="410244" y="330689"/>
                      <a:pt x="407396" y="327838"/>
                      <a:pt x="398849" y="327838"/>
                    </a:cubicBezTo>
                    <a:cubicBezTo>
                      <a:pt x="387453" y="327838"/>
                      <a:pt x="376057" y="327838"/>
                      <a:pt x="367511" y="324988"/>
                    </a:cubicBezTo>
                    <a:cubicBezTo>
                      <a:pt x="339021" y="319286"/>
                      <a:pt x="324777" y="302181"/>
                      <a:pt x="319079" y="273674"/>
                    </a:cubicBezTo>
                    <a:cubicBezTo>
                      <a:pt x="319079" y="259420"/>
                      <a:pt x="321928" y="256569"/>
                      <a:pt x="336173" y="259420"/>
                    </a:cubicBezTo>
                    <a:cubicBezTo>
                      <a:pt x="344719" y="259420"/>
                      <a:pt x="353266" y="259420"/>
                      <a:pt x="361813" y="262271"/>
                    </a:cubicBezTo>
                    <a:cubicBezTo>
                      <a:pt x="390302" y="265121"/>
                      <a:pt x="415942" y="262271"/>
                      <a:pt x="441583" y="245166"/>
                    </a:cubicBezTo>
                    <a:cubicBezTo>
                      <a:pt x="450129" y="236614"/>
                      <a:pt x="464374" y="233763"/>
                      <a:pt x="475770" y="230912"/>
                    </a:cubicBezTo>
                    <a:cubicBezTo>
                      <a:pt x="495712" y="225211"/>
                      <a:pt x="512806" y="216658"/>
                      <a:pt x="524201" y="199554"/>
                    </a:cubicBezTo>
                    <a:cubicBezTo>
                      <a:pt x="549842" y="171046"/>
                      <a:pt x="569784" y="139688"/>
                      <a:pt x="578331" y="102628"/>
                    </a:cubicBezTo>
                    <a:cubicBezTo>
                      <a:pt x="581180" y="85523"/>
                      <a:pt x="584029" y="65568"/>
                      <a:pt x="584029" y="48463"/>
                    </a:cubicBezTo>
                    <a:cubicBezTo>
                      <a:pt x="581180" y="42762"/>
                      <a:pt x="581180" y="37060"/>
                      <a:pt x="581180" y="28508"/>
                    </a:cubicBezTo>
                    <a:cubicBezTo>
                      <a:pt x="581180" y="19955"/>
                      <a:pt x="581180" y="11403"/>
                      <a:pt x="589726" y="5702"/>
                    </a:cubicBezTo>
                    <a:cubicBezTo>
                      <a:pt x="601122" y="0"/>
                      <a:pt x="606820" y="5702"/>
                      <a:pt x="615367" y="8552"/>
                    </a:cubicBezTo>
                    <a:cubicBezTo>
                      <a:pt x="655252" y="31358"/>
                      <a:pt x="672345" y="79822"/>
                      <a:pt x="655252" y="122583"/>
                    </a:cubicBezTo>
                    <a:cubicBezTo>
                      <a:pt x="652403" y="136837"/>
                      <a:pt x="643856" y="148240"/>
                      <a:pt x="638158" y="159643"/>
                    </a:cubicBezTo>
                    <a:cubicBezTo>
                      <a:pt x="623913" y="182449"/>
                      <a:pt x="609669" y="205255"/>
                      <a:pt x="595424" y="228061"/>
                    </a:cubicBezTo>
                    <a:cubicBezTo>
                      <a:pt x="589726" y="236614"/>
                      <a:pt x="586878" y="248017"/>
                      <a:pt x="584029" y="259420"/>
                    </a:cubicBezTo>
                    <a:cubicBezTo>
                      <a:pt x="581180" y="265121"/>
                      <a:pt x="578331" y="270823"/>
                      <a:pt x="578331" y="279375"/>
                    </a:cubicBezTo>
                    <a:cubicBezTo>
                      <a:pt x="578331" y="290778"/>
                      <a:pt x="584029" y="296480"/>
                      <a:pt x="592575" y="299331"/>
                    </a:cubicBezTo>
                    <a:cubicBezTo>
                      <a:pt x="606820" y="302181"/>
                      <a:pt x="618216" y="299331"/>
                      <a:pt x="629611" y="296480"/>
                    </a:cubicBezTo>
                    <a:cubicBezTo>
                      <a:pt x="672345" y="276525"/>
                      <a:pt x="715079" y="259420"/>
                      <a:pt x="760662" y="248017"/>
                    </a:cubicBezTo>
                    <a:cubicBezTo>
                      <a:pt x="780604" y="242315"/>
                      <a:pt x="797698" y="239465"/>
                      <a:pt x="817640" y="233763"/>
                    </a:cubicBezTo>
                    <a:cubicBezTo>
                      <a:pt x="826187" y="233763"/>
                      <a:pt x="837582" y="233763"/>
                      <a:pt x="846129" y="242315"/>
                    </a:cubicBezTo>
                    <a:cubicBezTo>
                      <a:pt x="851827" y="245166"/>
                      <a:pt x="857525" y="245166"/>
                      <a:pt x="866072" y="245166"/>
                    </a:cubicBezTo>
                    <a:cubicBezTo>
                      <a:pt x="868921" y="248017"/>
                      <a:pt x="874618" y="245166"/>
                      <a:pt x="880316" y="245166"/>
                    </a:cubicBezTo>
                    <a:cubicBezTo>
                      <a:pt x="903108" y="245166"/>
                      <a:pt x="920201" y="253718"/>
                      <a:pt x="925899" y="276525"/>
                    </a:cubicBezTo>
                    <a:cubicBezTo>
                      <a:pt x="925899" y="282226"/>
                      <a:pt x="925899" y="287928"/>
                      <a:pt x="925899" y="296480"/>
                    </a:cubicBezTo>
                    <a:close/>
                    <a:moveTo>
                      <a:pt x="586878" y="347794"/>
                    </a:moveTo>
                    <a:cubicBezTo>
                      <a:pt x="578331" y="347794"/>
                      <a:pt x="569784" y="350645"/>
                      <a:pt x="564086" y="359197"/>
                    </a:cubicBezTo>
                    <a:cubicBezTo>
                      <a:pt x="538446" y="393406"/>
                      <a:pt x="509957" y="427615"/>
                      <a:pt x="481467" y="461825"/>
                    </a:cubicBezTo>
                    <a:cubicBezTo>
                      <a:pt x="472921" y="473228"/>
                      <a:pt x="467223" y="484631"/>
                      <a:pt x="467223" y="498885"/>
                    </a:cubicBezTo>
                    <a:cubicBezTo>
                      <a:pt x="461525" y="524541"/>
                      <a:pt x="470072" y="535944"/>
                      <a:pt x="492863" y="550198"/>
                    </a:cubicBezTo>
                    <a:cubicBezTo>
                      <a:pt x="501410" y="555900"/>
                      <a:pt x="509957" y="553049"/>
                      <a:pt x="515655" y="544497"/>
                    </a:cubicBezTo>
                    <a:cubicBezTo>
                      <a:pt x="521352" y="535944"/>
                      <a:pt x="521352" y="530243"/>
                      <a:pt x="524201" y="521691"/>
                    </a:cubicBezTo>
                    <a:cubicBezTo>
                      <a:pt x="527050" y="513138"/>
                      <a:pt x="527050" y="501735"/>
                      <a:pt x="529899" y="493183"/>
                    </a:cubicBezTo>
                    <a:cubicBezTo>
                      <a:pt x="532748" y="487481"/>
                      <a:pt x="535597" y="478929"/>
                      <a:pt x="541295" y="476078"/>
                    </a:cubicBezTo>
                    <a:cubicBezTo>
                      <a:pt x="552690" y="467526"/>
                      <a:pt x="561237" y="470377"/>
                      <a:pt x="566935" y="484631"/>
                    </a:cubicBezTo>
                    <a:cubicBezTo>
                      <a:pt x="566935" y="487481"/>
                      <a:pt x="566935" y="487481"/>
                      <a:pt x="566935" y="490332"/>
                    </a:cubicBezTo>
                    <a:cubicBezTo>
                      <a:pt x="575482" y="521691"/>
                      <a:pt x="584029" y="550198"/>
                      <a:pt x="586878" y="581557"/>
                    </a:cubicBezTo>
                    <a:cubicBezTo>
                      <a:pt x="586878" y="587258"/>
                      <a:pt x="589726" y="595811"/>
                      <a:pt x="598273" y="598661"/>
                    </a:cubicBezTo>
                    <a:cubicBezTo>
                      <a:pt x="609669" y="598661"/>
                      <a:pt x="612518" y="592960"/>
                      <a:pt x="618216" y="587258"/>
                    </a:cubicBezTo>
                    <a:cubicBezTo>
                      <a:pt x="618216" y="584408"/>
                      <a:pt x="618216" y="584408"/>
                      <a:pt x="621065" y="581557"/>
                    </a:cubicBezTo>
                    <a:cubicBezTo>
                      <a:pt x="629611" y="567303"/>
                      <a:pt x="641007" y="550198"/>
                      <a:pt x="652403" y="535944"/>
                    </a:cubicBezTo>
                    <a:cubicBezTo>
                      <a:pt x="675194" y="504586"/>
                      <a:pt x="700834" y="476078"/>
                      <a:pt x="726475" y="447571"/>
                    </a:cubicBezTo>
                    <a:cubicBezTo>
                      <a:pt x="737870" y="433317"/>
                      <a:pt x="743568" y="419063"/>
                      <a:pt x="743568" y="401958"/>
                    </a:cubicBezTo>
                    <a:cubicBezTo>
                      <a:pt x="743568" y="390555"/>
                      <a:pt x="737870" y="384854"/>
                      <a:pt x="726475" y="382003"/>
                    </a:cubicBezTo>
                    <a:cubicBezTo>
                      <a:pt x="720777" y="382003"/>
                      <a:pt x="715079" y="382003"/>
                      <a:pt x="712230" y="382003"/>
                    </a:cubicBezTo>
                    <a:cubicBezTo>
                      <a:pt x="683741" y="373451"/>
                      <a:pt x="658101" y="367749"/>
                      <a:pt x="629611" y="359197"/>
                    </a:cubicBezTo>
                    <a:cubicBezTo>
                      <a:pt x="615367" y="356346"/>
                      <a:pt x="601122" y="350645"/>
                      <a:pt x="586878" y="3477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27" name="Freeform 10"/>
              <p:cNvSpPr/>
              <p:nvPr/>
            </p:nvSpPr>
            <p:spPr>
              <a:xfrm>
                <a:off x="7550931" y="2257236"/>
                <a:ext cx="1089293" cy="1169389"/>
              </a:xfrm>
              <a:custGeom>
                <a:avLst/>
                <a:gdLst/>
                <a:ahLst/>
                <a:cxnLst/>
                <a:rect l="0" t="0" r="r" b="b"/>
                <a:pathLst>
                  <a:path w="1089293" h="1169389">
                    <a:moveTo>
                      <a:pt x="236061" y="1166544"/>
                    </a:moveTo>
                    <a:cubicBezTo>
                      <a:pt x="253126" y="1126711"/>
                      <a:pt x="273034" y="1095413"/>
                      <a:pt x="315696" y="1081187"/>
                    </a:cubicBezTo>
                    <a:cubicBezTo>
                      <a:pt x="341293" y="1075496"/>
                      <a:pt x="364046" y="1066961"/>
                      <a:pt x="386799" y="1055580"/>
                    </a:cubicBezTo>
                    <a:cubicBezTo>
                      <a:pt x="477810" y="1010056"/>
                      <a:pt x="534692" y="933235"/>
                      <a:pt x="563133" y="836497"/>
                    </a:cubicBezTo>
                    <a:cubicBezTo>
                      <a:pt x="565977" y="822271"/>
                      <a:pt x="568821" y="808045"/>
                      <a:pt x="571666" y="796664"/>
                    </a:cubicBezTo>
                    <a:cubicBezTo>
                      <a:pt x="574510" y="782438"/>
                      <a:pt x="571666" y="779593"/>
                      <a:pt x="560289" y="779593"/>
                    </a:cubicBezTo>
                    <a:cubicBezTo>
                      <a:pt x="529004" y="782438"/>
                      <a:pt x="500563" y="790974"/>
                      <a:pt x="472122" y="805200"/>
                    </a:cubicBezTo>
                    <a:cubicBezTo>
                      <a:pt x="452213" y="813735"/>
                      <a:pt x="432304" y="822271"/>
                      <a:pt x="409551" y="827962"/>
                    </a:cubicBezTo>
                    <a:cubicBezTo>
                      <a:pt x="386799" y="836497"/>
                      <a:pt x="369734" y="853569"/>
                      <a:pt x="349825" y="867795"/>
                    </a:cubicBezTo>
                    <a:cubicBezTo>
                      <a:pt x="298631" y="913318"/>
                      <a:pt x="238905" y="950306"/>
                      <a:pt x="176335" y="978759"/>
                    </a:cubicBezTo>
                    <a:cubicBezTo>
                      <a:pt x="150738" y="990140"/>
                      <a:pt x="122297" y="998675"/>
                      <a:pt x="96700" y="1004366"/>
                    </a:cubicBezTo>
                    <a:cubicBezTo>
                      <a:pt x="68259" y="1012901"/>
                      <a:pt x="42662" y="1001521"/>
                      <a:pt x="25597" y="978759"/>
                    </a:cubicBezTo>
                    <a:cubicBezTo>
                      <a:pt x="11376" y="961687"/>
                      <a:pt x="2844" y="938925"/>
                      <a:pt x="2844" y="916164"/>
                    </a:cubicBezTo>
                    <a:cubicBezTo>
                      <a:pt x="2844" y="882021"/>
                      <a:pt x="0" y="850723"/>
                      <a:pt x="0" y="819426"/>
                    </a:cubicBezTo>
                    <a:cubicBezTo>
                      <a:pt x="0" y="813735"/>
                      <a:pt x="0" y="808045"/>
                      <a:pt x="2844" y="805200"/>
                    </a:cubicBezTo>
                    <a:cubicBezTo>
                      <a:pt x="2844" y="796664"/>
                      <a:pt x="11376" y="793819"/>
                      <a:pt x="17065" y="802354"/>
                    </a:cubicBezTo>
                    <a:cubicBezTo>
                      <a:pt x="19909" y="805200"/>
                      <a:pt x="19909" y="808045"/>
                      <a:pt x="22753" y="810890"/>
                    </a:cubicBezTo>
                    <a:cubicBezTo>
                      <a:pt x="25597" y="813735"/>
                      <a:pt x="25597" y="819426"/>
                      <a:pt x="28441" y="825116"/>
                    </a:cubicBezTo>
                    <a:cubicBezTo>
                      <a:pt x="45506" y="845033"/>
                      <a:pt x="65414" y="856414"/>
                      <a:pt x="91011" y="847878"/>
                    </a:cubicBezTo>
                    <a:cubicBezTo>
                      <a:pt x="105232" y="845033"/>
                      <a:pt x="116608" y="839342"/>
                      <a:pt x="130829" y="833652"/>
                    </a:cubicBezTo>
                    <a:cubicBezTo>
                      <a:pt x="136517" y="830807"/>
                      <a:pt x="145049" y="827962"/>
                      <a:pt x="150738" y="827962"/>
                    </a:cubicBezTo>
                    <a:cubicBezTo>
                      <a:pt x="164958" y="830807"/>
                      <a:pt x="173491" y="825116"/>
                      <a:pt x="184867" y="819426"/>
                    </a:cubicBezTo>
                    <a:cubicBezTo>
                      <a:pt x="218996" y="802354"/>
                      <a:pt x="253126" y="782438"/>
                      <a:pt x="284411" y="762521"/>
                    </a:cubicBezTo>
                    <a:cubicBezTo>
                      <a:pt x="335605" y="734069"/>
                      <a:pt x="389643" y="714152"/>
                      <a:pt x="443681" y="694236"/>
                    </a:cubicBezTo>
                    <a:cubicBezTo>
                      <a:pt x="480654" y="680010"/>
                      <a:pt x="520472" y="665784"/>
                      <a:pt x="560289" y="651557"/>
                    </a:cubicBezTo>
                    <a:cubicBezTo>
                      <a:pt x="565977" y="648712"/>
                      <a:pt x="571666" y="645867"/>
                      <a:pt x="577354" y="643022"/>
                    </a:cubicBezTo>
                    <a:cubicBezTo>
                      <a:pt x="602951" y="631641"/>
                      <a:pt x="620015" y="611724"/>
                      <a:pt x="622859" y="580427"/>
                    </a:cubicBezTo>
                    <a:cubicBezTo>
                      <a:pt x="628548" y="506451"/>
                      <a:pt x="634236" y="429630"/>
                      <a:pt x="631392" y="352808"/>
                    </a:cubicBezTo>
                    <a:cubicBezTo>
                      <a:pt x="628548" y="298749"/>
                      <a:pt x="620015" y="247535"/>
                      <a:pt x="597262" y="196321"/>
                    </a:cubicBezTo>
                    <a:cubicBezTo>
                      <a:pt x="583042" y="165023"/>
                      <a:pt x="571666" y="133726"/>
                      <a:pt x="560289" y="102428"/>
                    </a:cubicBezTo>
                    <a:cubicBezTo>
                      <a:pt x="551757" y="79666"/>
                      <a:pt x="548913" y="54059"/>
                      <a:pt x="551757" y="28452"/>
                    </a:cubicBezTo>
                    <a:cubicBezTo>
                      <a:pt x="551757" y="11381"/>
                      <a:pt x="565977" y="0"/>
                      <a:pt x="583042" y="5690"/>
                    </a:cubicBezTo>
                    <a:cubicBezTo>
                      <a:pt x="605795" y="11381"/>
                      <a:pt x="631392" y="14226"/>
                      <a:pt x="654145" y="19917"/>
                    </a:cubicBezTo>
                    <a:cubicBezTo>
                      <a:pt x="662677" y="19917"/>
                      <a:pt x="668365" y="25607"/>
                      <a:pt x="674053" y="28452"/>
                    </a:cubicBezTo>
                    <a:cubicBezTo>
                      <a:pt x="685430" y="36988"/>
                      <a:pt x="693962" y="45524"/>
                      <a:pt x="705339" y="54059"/>
                    </a:cubicBezTo>
                    <a:cubicBezTo>
                      <a:pt x="719559" y="65440"/>
                      <a:pt x="736624" y="73976"/>
                      <a:pt x="753688" y="82512"/>
                    </a:cubicBezTo>
                    <a:cubicBezTo>
                      <a:pt x="779285" y="93893"/>
                      <a:pt x="793506" y="113809"/>
                      <a:pt x="796350" y="139416"/>
                    </a:cubicBezTo>
                    <a:cubicBezTo>
                      <a:pt x="796350" y="156488"/>
                      <a:pt x="796350" y="170714"/>
                      <a:pt x="790662" y="187785"/>
                    </a:cubicBezTo>
                    <a:cubicBezTo>
                      <a:pt x="787818" y="193476"/>
                      <a:pt x="782129" y="199166"/>
                      <a:pt x="776441" y="204856"/>
                    </a:cubicBezTo>
                    <a:cubicBezTo>
                      <a:pt x="770753" y="210547"/>
                      <a:pt x="767909" y="213392"/>
                      <a:pt x="767909" y="219083"/>
                    </a:cubicBezTo>
                    <a:cubicBezTo>
                      <a:pt x="770753" y="295904"/>
                      <a:pt x="770753" y="372725"/>
                      <a:pt x="770753" y="449546"/>
                    </a:cubicBezTo>
                    <a:cubicBezTo>
                      <a:pt x="773597" y="469463"/>
                      <a:pt x="773597" y="489379"/>
                      <a:pt x="776441" y="509296"/>
                    </a:cubicBezTo>
                    <a:cubicBezTo>
                      <a:pt x="779285" y="520677"/>
                      <a:pt x="782129" y="523522"/>
                      <a:pt x="790662" y="517832"/>
                    </a:cubicBezTo>
                    <a:cubicBezTo>
                      <a:pt x="827635" y="500760"/>
                      <a:pt x="861764" y="483689"/>
                      <a:pt x="890206" y="455237"/>
                    </a:cubicBezTo>
                    <a:cubicBezTo>
                      <a:pt x="901582" y="441010"/>
                      <a:pt x="912958" y="426784"/>
                      <a:pt x="924335" y="409713"/>
                    </a:cubicBezTo>
                    <a:cubicBezTo>
                      <a:pt x="938555" y="392642"/>
                      <a:pt x="952776" y="375570"/>
                      <a:pt x="969841" y="364189"/>
                    </a:cubicBezTo>
                    <a:cubicBezTo>
                      <a:pt x="995437" y="347118"/>
                      <a:pt x="1021034" y="341427"/>
                      <a:pt x="1049476" y="347118"/>
                    </a:cubicBezTo>
                    <a:cubicBezTo>
                      <a:pt x="1077917" y="352808"/>
                      <a:pt x="1089293" y="372725"/>
                      <a:pt x="1080761" y="401177"/>
                    </a:cubicBezTo>
                    <a:cubicBezTo>
                      <a:pt x="1077917" y="415403"/>
                      <a:pt x="1069384" y="429630"/>
                      <a:pt x="1058008" y="438165"/>
                    </a:cubicBezTo>
                    <a:cubicBezTo>
                      <a:pt x="1043787" y="455237"/>
                      <a:pt x="1026723" y="469463"/>
                      <a:pt x="1009658" y="480844"/>
                    </a:cubicBezTo>
                    <a:cubicBezTo>
                      <a:pt x="969841" y="506451"/>
                      <a:pt x="932867" y="537748"/>
                      <a:pt x="893050" y="566201"/>
                    </a:cubicBezTo>
                    <a:cubicBezTo>
                      <a:pt x="856076" y="594653"/>
                      <a:pt x="821947" y="623105"/>
                      <a:pt x="782129" y="651557"/>
                    </a:cubicBezTo>
                    <a:cubicBezTo>
                      <a:pt x="773597" y="660093"/>
                      <a:pt x="770753" y="665784"/>
                      <a:pt x="770753" y="677164"/>
                    </a:cubicBezTo>
                    <a:cubicBezTo>
                      <a:pt x="759377" y="748295"/>
                      <a:pt x="745156" y="816581"/>
                      <a:pt x="722403" y="882021"/>
                    </a:cubicBezTo>
                    <a:cubicBezTo>
                      <a:pt x="719559" y="893402"/>
                      <a:pt x="713871" y="901938"/>
                      <a:pt x="711027" y="910473"/>
                    </a:cubicBezTo>
                    <a:cubicBezTo>
                      <a:pt x="708183" y="916164"/>
                      <a:pt x="708183" y="921854"/>
                      <a:pt x="702494" y="924699"/>
                    </a:cubicBezTo>
                    <a:cubicBezTo>
                      <a:pt x="642768" y="992985"/>
                      <a:pt x="574510" y="1055580"/>
                      <a:pt x="492031" y="1098258"/>
                    </a:cubicBezTo>
                    <a:cubicBezTo>
                      <a:pt x="423772" y="1138091"/>
                      <a:pt x="349825" y="1160853"/>
                      <a:pt x="270190" y="1166544"/>
                    </a:cubicBezTo>
                    <a:cubicBezTo>
                      <a:pt x="264502" y="1166544"/>
                      <a:pt x="255970" y="1169389"/>
                      <a:pt x="250281" y="1169389"/>
                    </a:cubicBezTo>
                    <a:cubicBezTo>
                      <a:pt x="247437" y="1169389"/>
                      <a:pt x="241749" y="1169389"/>
                      <a:pt x="236061" y="116654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28" name="Freeform 11"/>
              <p:cNvSpPr>
                <a:spLocks noEditPoints="1"/>
              </p:cNvSpPr>
              <p:nvPr/>
            </p:nvSpPr>
            <p:spPr>
              <a:xfrm>
                <a:off x="4606634" y="2270052"/>
                <a:ext cx="551054" cy="1278318"/>
              </a:xfrm>
              <a:custGeom>
                <a:avLst/>
                <a:gdLst/>
                <a:ahLst/>
                <a:cxnLst/>
                <a:rect l="0" t="0" r="r" b="b"/>
                <a:pathLst>
                  <a:path w="551054" h="1278318">
                    <a:moveTo>
                      <a:pt x="374031" y="1044861"/>
                    </a:moveTo>
                    <a:cubicBezTo>
                      <a:pt x="368321" y="1050555"/>
                      <a:pt x="365466" y="1053402"/>
                      <a:pt x="362611" y="1056249"/>
                    </a:cubicBezTo>
                    <a:cubicBezTo>
                      <a:pt x="319783" y="1096108"/>
                      <a:pt x="276955" y="1130272"/>
                      <a:pt x="228416" y="1161590"/>
                    </a:cubicBezTo>
                    <a:cubicBezTo>
                      <a:pt x="211285" y="1170131"/>
                      <a:pt x="197009" y="1178672"/>
                      <a:pt x="179878" y="1187213"/>
                    </a:cubicBezTo>
                    <a:cubicBezTo>
                      <a:pt x="174167" y="1192907"/>
                      <a:pt x="168457" y="1195754"/>
                      <a:pt x="162747" y="1201448"/>
                    </a:cubicBezTo>
                    <a:cubicBezTo>
                      <a:pt x="154181" y="1212836"/>
                      <a:pt x="142760" y="1224224"/>
                      <a:pt x="134194" y="1232765"/>
                    </a:cubicBezTo>
                    <a:cubicBezTo>
                      <a:pt x="125629" y="1241307"/>
                      <a:pt x="117063" y="1249848"/>
                      <a:pt x="108498" y="1255542"/>
                    </a:cubicBezTo>
                    <a:cubicBezTo>
                      <a:pt x="77090" y="1278318"/>
                      <a:pt x="37118" y="1269777"/>
                      <a:pt x="19986" y="1235612"/>
                    </a:cubicBezTo>
                    <a:cubicBezTo>
                      <a:pt x="11421" y="1218530"/>
                      <a:pt x="5710" y="1198601"/>
                      <a:pt x="2855" y="1181519"/>
                    </a:cubicBezTo>
                    <a:cubicBezTo>
                      <a:pt x="0" y="1150201"/>
                      <a:pt x="0" y="1121731"/>
                      <a:pt x="2855" y="1090414"/>
                    </a:cubicBezTo>
                    <a:cubicBezTo>
                      <a:pt x="5710" y="1079026"/>
                      <a:pt x="8566" y="1064790"/>
                      <a:pt x="19986" y="1059096"/>
                    </a:cubicBezTo>
                    <a:cubicBezTo>
                      <a:pt x="57104" y="1027779"/>
                      <a:pt x="79946" y="985074"/>
                      <a:pt x="94222" y="942368"/>
                    </a:cubicBezTo>
                    <a:cubicBezTo>
                      <a:pt x="102787" y="925286"/>
                      <a:pt x="105642" y="908204"/>
                      <a:pt x="111353" y="891121"/>
                    </a:cubicBezTo>
                    <a:cubicBezTo>
                      <a:pt x="119918" y="865498"/>
                      <a:pt x="128484" y="837028"/>
                      <a:pt x="139905" y="814252"/>
                    </a:cubicBezTo>
                    <a:cubicBezTo>
                      <a:pt x="159891" y="774393"/>
                      <a:pt x="159891" y="734535"/>
                      <a:pt x="151326" y="694676"/>
                    </a:cubicBezTo>
                    <a:cubicBezTo>
                      <a:pt x="148471" y="683288"/>
                      <a:pt x="145615" y="674747"/>
                      <a:pt x="142760" y="663359"/>
                    </a:cubicBezTo>
                    <a:cubicBezTo>
                      <a:pt x="139905" y="651971"/>
                      <a:pt x="134194" y="640583"/>
                      <a:pt x="125629" y="629194"/>
                    </a:cubicBezTo>
                    <a:cubicBezTo>
                      <a:pt x="119918" y="617806"/>
                      <a:pt x="111353" y="603571"/>
                      <a:pt x="108498" y="589336"/>
                    </a:cubicBezTo>
                    <a:cubicBezTo>
                      <a:pt x="102787" y="575101"/>
                      <a:pt x="108498" y="566560"/>
                      <a:pt x="125629" y="566560"/>
                    </a:cubicBezTo>
                    <a:cubicBezTo>
                      <a:pt x="137050" y="566560"/>
                      <a:pt x="145615" y="566560"/>
                      <a:pt x="154181" y="572254"/>
                    </a:cubicBezTo>
                    <a:cubicBezTo>
                      <a:pt x="157036" y="575101"/>
                      <a:pt x="159891" y="577948"/>
                      <a:pt x="162747" y="577948"/>
                    </a:cubicBezTo>
                    <a:cubicBezTo>
                      <a:pt x="177023" y="592183"/>
                      <a:pt x="194154" y="595030"/>
                      <a:pt x="214140" y="595030"/>
                    </a:cubicBezTo>
                    <a:cubicBezTo>
                      <a:pt x="236982" y="595030"/>
                      <a:pt x="256968" y="603571"/>
                      <a:pt x="274099" y="620653"/>
                    </a:cubicBezTo>
                    <a:cubicBezTo>
                      <a:pt x="282665" y="629194"/>
                      <a:pt x="294086" y="634888"/>
                      <a:pt x="305507" y="634888"/>
                    </a:cubicBezTo>
                    <a:cubicBezTo>
                      <a:pt x="314072" y="634888"/>
                      <a:pt x="319783" y="637735"/>
                      <a:pt x="328348" y="640583"/>
                    </a:cubicBezTo>
                    <a:cubicBezTo>
                      <a:pt x="342624" y="643430"/>
                      <a:pt x="354045" y="651971"/>
                      <a:pt x="359755" y="663359"/>
                    </a:cubicBezTo>
                    <a:cubicBezTo>
                      <a:pt x="359755" y="666206"/>
                      <a:pt x="362611" y="669053"/>
                      <a:pt x="365466" y="671900"/>
                    </a:cubicBezTo>
                    <a:cubicBezTo>
                      <a:pt x="374031" y="671900"/>
                      <a:pt x="376887" y="666206"/>
                      <a:pt x="379742" y="657665"/>
                    </a:cubicBezTo>
                    <a:cubicBezTo>
                      <a:pt x="382597" y="651971"/>
                      <a:pt x="382597" y="646277"/>
                      <a:pt x="382597" y="640583"/>
                    </a:cubicBezTo>
                    <a:cubicBezTo>
                      <a:pt x="382597" y="617806"/>
                      <a:pt x="382597" y="592183"/>
                      <a:pt x="385452" y="569407"/>
                    </a:cubicBezTo>
                    <a:cubicBezTo>
                      <a:pt x="391163" y="501078"/>
                      <a:pt x="396873" y="429902"/>
                      <a:pt x="391163" y="361573"/>
                    </a:cubicBezTo>
                    <a:cubicBezTo>
                      <a:pt x="391163" y="335950"/>
                      <a:pt x="385452" y="310327"/>
                      <a:pt x="379742" y="281856"/>
                    </a:cubicBezTo>
                    <a:cubicBezTo>
                      <a:pt x="376887" y="256233"/>
                      <a:pt x="362611" y="230610"/>
                      <a:pt x="345479" y="210680"/>
                    </a:cubicBezTo>
                    <a:cubicBezTo>
                      <a:pt x="331203" y="190751"/>
                      <a:pt x="316927" y="173669"/>
                      <a:pt x="299796" y="156587"/>
                    </a:cubicBezTo>
                    <a:cubicBezTo>
                      <a:pt x="279810" y="130964"/>
                      <a:pt x="256968" y="102493"/>
                      <a:pt x="236982" y="76870"/>
                    </a:cubicBezTo>
                    <a:cubicBezTo>
                      <a:pt x="225561" y="62635"/>
                      <a:pt x="219851" y="42706"/>
                      <a:pt x="219851" y="25623"/>
                    </a:cubicBezTo>
                    <a:cubicBezTo>
                      <a:pt x="219851" y="8541"/>
                      <a:pt x="228416" y="0"/>
                      <a:pt x="245547" y="5694"/>
                    </a:cubicBezTo>
                    <a:cubicBezTo>
                      <a:pt x="254113" y="5694"/>
                      <a:pt x="262679" y="11388"/>
                      <a:pt x="271244" y="17082"/>
                    </a:cubicBezTo>
                    <a:cubicBezTo>
                      <a:pt x="299796" y="42706"/>
                      <a:pt x="331203" y="62635"/>
                      <a:pt x="365466" y="79717"/>
                    </a:cubicBezTo>
                    <a:cubicBezTo>
                      <a:pt x="402583" y="99646"/>
                      <a:pt x="439701" y="122422"/>
                      <a:pt x="471108" y="148046"/>
                    </a:cubicBezTo>
                    <a:cubicBezTo>
                      <a:pt x="491095" y="165128"/>
                      <a:pt x="511081" y="182210"/>
                      <a:pt x="525357" y="204986"/>
                    </a:cubicBezTo>
                    <a:cubicBezTo>
                      <a:pt x="531068" y="213528"/>
                      <a:pt x="536778" y="222069"/>
                      <a:pt x="539633" y="236304"/>
                    </a:cubicBezTo>
                    <a:cubicBezTo>
                      <a:pt x="548199" y="347338"/>
                      <a:pt x="551054" y="461219"/>
                      <a:pt x="551054" y="575101"/>
                    </a:cubicBezTo>
                    <a:cubicBezTo>
                      <a:pt x="551054" y="660512"/>
                      <a:pt x="548199" y="745923"/>
                      <a:pt x="539633" y="831334"/>
                    </a:cubicBezTo>
                    <a:cubicBezTo>
                      <a:pt x="531068" y="913898"/>
                      <a:pt x="522502" y="996462"/>
                      <a:pt x="502516" y="1076179"/>
                    </a:cubicBezTo>
                    <a:cubicBezTo>
                      <a:pt x="493950" y="1104649"/>
                      <a:pt x="485384" y="1135966"/>
                      <a:pt x="471108" y="1164437"/>
                    </a:cubicBezTo>
                    <a:cubicBezTo>
                      <a:pt x="462543" y="1178672"/>
                      <a:pt x="453977" y="1192907"/>
                      <a:pt x="442556" y="1204295"/>
                    </a:cubicBezTo>
                    <a:cubicBezTo>
                      <a:pt x="433991" y="1212836"/>
                      <a:pt x="425425" y="1218530"/>
                      <a:pt x="414004" y="1218530"/>
                    </a:cubicBezTo>
                    <a:cubicBezTo>
                      <a:pt x="399728" y="1221377"/>
                      <a:pt x="388307" y="1215683"/>
                      <a:pt x="385452" y="1201448"/>
                    </a:cubicBezTo>
                    <a:cubicBezTo>
                      <a:pt x="385452" y="1195754"/>
                      <a:pt x="385452" y="1190060"/>
                      <a:pt x="382597" y="1181519"/>
                    </a:cubicBezTo>
                    <a:cubicBezTo>
                      <a:pt x="382597" y="1158743"/>
                      <a:pt x="385452" y="1135966"/>
                      <a:pt x="385452" y="1113190"/>
                    </a:cubicBezTo>
                    <a:cubicBezTo>
                      <a:pt x="382597" y="1090414"/>
                      <a:pt x="382597" y="1067638"/>
                      <a:pt x="374031" y="1044861"/>
                    </a:cubicBezTo>
                    <a:close/>
                    <a:moveTo>
                      <a:pt x="376887" y="725994"/>
                    </a:moveTo>
                    <a:cubicBezTo>
                      <a:pt x="362611" y="731688"/>
                      <a:pt x="356900" y="740229"/>
                      <a:pt x="354045" y="751617"/>
                    </a:cubicBezTo>
                    <a:cubicBezTo>
                      <a:pt x="351190" y="760158"/>
                      <a:pt x="348335" y="771546"/>
                      <a:pt x="339769" y="777240"/>
                    </a:cubicBezTo>
                    <a:cubicBezTo>
                      <a:pt x="325493" y="788628"/>
                      <a:pt x="308362" y="797169"/>
                      <a:pt x="291231" y="797169"/>
                    </a:cubicBezTo>
                    <a:cubicBezTo>
                      <a:pt x="276955" y="797169"/>
                      <a:pt x="268389" y="802863"/>
                      <a:pt x="259823" y="811405"/>
                    </a:cubicBezTo>
                    <a:cubicBezTo>
                      <a:pt x="248403" y="822793"/>
                      <a:pt x="239837" y="831334"/>
                      <a:pt x="231271" y="842722"/>
                    </a:cubicBezTo>
                    <a:cubicBezTo>
                      <a:pt x="222706" y="851263"/>
                      <a:pt x="216995" y="859804"/>
                      <a:pt x="214140" y="868345"/>
                    </a:cubicBezTo>
                    <a:cubicBezTo>
                      <a:pt x="202719" y="896816"/>
                      <a:pt x="188443" y="919592"/>
                      <a:pt x="168457" y="942368"/>
                    </a:cubicBezTo>
                    <a:cubicBezTo>
                      <a:pt x="154181" y="959450"/>
                      <a:pt x="142760" y="976532"/>
                      <a:pt x="128484" y="993615"/>
                    </a:cubicBezTo>
                    <a:cubicBezTo>
                      <a:pt x="111353" y="1013544"/>
                      <a:pt x="97077" y="1036320"/>
                      <a:pt x="88511" y="1061943"/>
                    </a:cubicBezTo>
                    <a:cubicBezTo>
                      <a:pt x="82801" y="1073332"/>
                      <a:pt x="82801" y="1079026"/>
                      <a:pt x="97077" y="1084720"/>
                    </a:cubicBezTo>
                    <a:cubicBezTo>
                      <a:pt x="108498" y="1087567"/>
                      <a:pt x="119918" y="1090414"/>
                      <a:pt x="131339" y="1087567"/>
                    </a:cubicBezTo>
                    <a:cubicBezTo>
                      <a:pt x="151326" y="1084720"/>
                      <a:pt x="168457" y="1076179"/>
                      <a:pt x="182733" y="1064790"/>
                    </a:cubicBezTo>
                    <a:cubicBezTo>
                      <a:pt x="197009" y="1056249"/>
                      <a:pt x="208430" y="1044861"/>
                      <a:pt x="222706" y="1033473"/>
                    </a:cubicBezTo>
                    <a:cubicBezTo>
                      <a:pt x="231271" y="1027779"/>
                      <a:pt x="236982" y="1022085"/>
                      <a:pt x="248403" y="1019238"/>
                    </a:cubicBezTo>
                    <a:cubicBezTo>
                      <a:pt x="276955" y="1013544"/>
                      <a:pt x="302651" y="999309"/>
                      <a:pt x="325493" y="985074"/>
                    </a:cubicBezTo>
                    <a:cubicBezTo>
                      <a:pt x="339769" y="976532"/>
                      <a:pt x="351190" y="967991"/>
                      <a:pt x="362611" y="962297"/>
                    </a:cubicBezTo>
                    <a:cubicBezTo>
                      <a:pt x="374031" y="953756"/>
                      <a:pt x="379742" y="942368"/>
                      <a:pt x="379742" y="925286"/>
                    </a:cubicBezTo>
                    <a:cubicBezTo>
                      <a:pt x="376887" y="865498"/>
                      <a:pt x="376887" y="802863"/>
                      <a:pt x="376887" y="740229"/>
                    </a:cubicBezTo>
                    <a:cubicBezTo>
                      <a:pt x="376887" y="737382"/>
                      <a:pt x="376887" y="731688"/>
                      <a:pt x="376887" y="72599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29" name="Freeform 12"/>
              <p:cNvSpPr/>
              <p:nvPr/>
            </p:nvSpPr>
            <p:spPr>
              <a:xfrm>
                <a:off x="5375547" y="2443057"/>
                <a:ext cx="650372" cy="900269"/>
              </a:xfrm>
              <a:custGeom>
                <a:avLst/>
                <a:gdLst/>
                <a:ahLst/>
                <a:cxnLst/>
                <a:rect l="0" t="0" r="r" b="b"/>
                <a:pathLst>
                  <a:path w="650372" h="900269">
                    <a:moveTo>
                      <a:pt x="96562" y="0"/>
                    </a:moveTo>
                    <a:cubicBezTo>
                      <a:pt x="99402" y="2849"/>
                      <a:pt x="102242" y="5698"/>
                      <a:pt x="105082" y="5698"/>
                    </a:cubicBezTo>
                    <a:cubicBezTo>
                      <a:pt x="136323" y="34187"/>
                      <a:pt x="164723" y="62677"/>
                      <a:pt x="195964" y="91166"/>
                    </a:cubicBezTo>
                    <a:cubicBezTo>
                      <a:pt x="201644" y="96864"/>
                      <a:pt x="204484" y="102562"/>
                      <a:pt x="207324" y="108260"/>
                    </a:cubicBezTo>
                    <a:cubicBezTo>
                      <a:pt x="244245" y="179484"/>
                      <a:pt x="266965" y="253557"/>
                      <a:pt x="281165" y="333327"/>
                    </a:cubicBezTo>
                    <a:cubicBezTo>
                      <a:pt x="281165" y="341874"/>
                      <a:pt x="284005" y="353270"/>
                      <a:pt x="286845" y="364666"/>
                    </a:cubicBezTo>
                    <a:cubicBezTo>
                      <a:pt x="292525" y="378911"/>
                      <a:pt x="303886" y="381760"/>
                      <a:pt x="318086" y="376062"/>
                    </a:cubicBezTo>
                    <a:cubicBezTo>
                      <a:pt x="326606" y="370364"/>
                      <a:pt x="332286" y="367515"/>
                      <a:pt x="340806" y="361817"/>
                    </a:cubicBezTo>
                    <a:cubicBezTo>
                      <a:pt x="363527" y="344723"/>
                      <a:pt x="386247" y="327630"/>
                      <a:pt x="411808" y="310536"/>
                    </a:cubicBezTo>
                    <a:cubicBezTo>
                      <a:pt x="417488" y="307687"/>
                      <a:pt x="420328" y="301989"/>
                      <a:pt x="420328" y="293442"/>
                    </a:cubicBezTo>
                    <a:cubicBezTo>
                      <a:pt x="420328" y="270650"/>
                      <a:pt x="420328" y="250708"/>
                      <a:pt x="420328" y="227916"/>
                    </a:cubicBezTo>
                    <a:cubicBezTo>
                      <a:pt x="420328" y="213671"/>
                      <a:pt x="434528" y="196578"/>
                      <a:pt x="451568" y="196578"/>
                    </a:cubicBezTo>
                    <a:cubicBezTo>
                      <a:pt x="454408" y="196578"/>
                      <a:pt x="460088" y="199427"/>
                      <a:pt x="460088" y="202276"/>
                    </a:cubicBezTo>
                    <a:cubicBezTo>
                      <a:pt x="462929" y="205125"/>
                      <a:pt x="465769" y="207974"/>
                      <a:pt x="465769" y="213671"/>
                    </a:cubicBezTo>
                    <a:cubicBezTo>
                      <a:pt x="465769" y="225067"/>
                      <a:pt x="474289" y="236463"/>
                      <a:pt x="485649" y="245010"/>
                    </a:cubicBezTo>
                    <a:cubicBezTo>
                      <a:pt x="514049" y="267802"/>
                      <a:pt x="545290" y="284895"/>
                      <a:pt x="579371" y="296291"/>
                    </a:cubicBezTo>
                    <a:cubicBezTo>
                      <a:pt x="590731" y="301989"/>
                      <a:pt x="593571" y="307687"/>
                      <a:pt x="593571" y="319083"/>
                    </a:cubicBezTo>
                    <a:cubicBezTo>
                      <a:pt x="596411" y="398853"/>
                      <a:pt x="556650" y="455832"/>
                      <a:pt x="479969" y="484322"/>
                    </a:cubicBezTo>
                    <a:cubicBezTo>
                      <a:pt x="443048" y="498567"/>
                      <a:pt x="403287" y="504265"/>
                      <a:pt x="363527" y="498567"/>
                    </a:cubicBezTo>
                    <a:cubicBezTo>
                      <a:pt x="337966" y="492869"/>
                      <a:pt x="318086" y="518509"/>
                      <a:pt x="323766" y="541301"/>
                    </a:cubicBezTo>
                    <a:cubicBezTo>
                      <a:pt x="323766" y="546999"/>
                      <a:pt x="326606" y="552697"/>
                      <a:pt x="326606" y="558395"/>
                    </a:cubicBezTo>
                    <a:cubicBezTo>
                      <a:pt x="335126" y="578337"/>
                      <a:pt x="335126" y="601129"/>
                      <a:pt x="326606" y="623921"/>
                    </a:cubicBezTo>
                    <a:cubicBezTo>
                      <a:pt x="323766" y="632467"/>
                      <a:pt x="318086" y="638165"/>
                      <a:pt x="309566" y="643863"/>
                    </a:cubicBezTo>
                    <a:cubicBezTo>
                      <a:pt x="286845" y="658108"/>
                      <a:pt x="269805" y="678051"/>
                      <a:pt x="252765" y="700842"/>
                    </a:cubicBezTo>
                    <a:cubicBezTo>
                      <a:pt x="238564" y="723634"/>
                      <a:pt x="241404" y="735030"/>
                      <a:pt x="269805" y="740728"/>
                    </a:cubicBezTo>
                    <a:cubicBezTo>
                      <a:pt x="286845" y="743577"/>
                      <a:pt x="303886" y="743577"/>
                      <a:pt x="320926" y="737879"/>
                    </a:cubicBezTo>
                    <a:cubicBezTo>
                      <a:pt x="355007" y="729332"/>
                      <a:pt x="389087" y="717936"/>
                      <a:pt x="420328" y="706540"/>
                    </a:cubicBezTo>
                    <a:cubicBezTo>
                      <a:pt x="440208" y="697993"/>
                      <a:pt x="460088" y="692295"/>
                      <a:pt x="482809" y="692295"/>
                    </a:cubicBezTo>
                    <a:cubicBezTo>
                      <a:pt x="499849" y="689447"/>
                      <a:pt x="516890" y="683749"/>
                      <a:pt x="531090" y="675202"/>
                    </a:cubicBezTo>
                    <a:cubicBezTo>
                      <a:pt x="553810" y="666655"/>
                      <a:pt x="576531" y="655259"/>
                      <a:pt x="602091" y="652410"/>
                    </a:cubicBezTo>
                    <a:cubicBezTo>
                      <a:pt x="607771" y="652410"/>
                      <a:pt x="616291" y="652410"/>
                      <a:pt x="624812" y="652410"/>
                    </a:cubicBezTo>
                    <a:cubicBezTo>
                      <a:pt x="641852" y="655259"/>
                      <a:pt x="650372" y="672353"/>
                      <a:pt x="644692" y="686598"/>
                    </a:cubicBezTo>
                    <a:cubicBezTo>
                      <a:pt x="633332" y="712238"/>
                      <a:pt x="619131" y="737879"/>
                      <a:pt x="607771" y="760670"/>
                    </a:cubicBezTo>
                    <a:cubicBezTo>
                      <a:pt x="599251" y="772066"/>
                      <a:pt x="587891" y="780613"/>
                      <a:pt x="576531" y="789160"/>
                    </a:cubicBezTo>
                    <a:cubicBezTo>
                      <a:pt x="550970" y="803405"/>
                      <a:pt x="522570" y="814800"/>
                      <a:pt x="494169" y="823347"/>
                    </a:cubicBezTo>
                    <a:cubicBezTo>
                      <a:pt x="462929" y="831894"/>
                      <a:pt x="428848" y="840441"/>
                      <a:pt x="397607" y="848988"/>
                    </a:cubicBezTo>
                    <a:cubicBezTo>
                      <a:pt x="386247" y="851837"/>
                      <a:pt x="372047" y="848988"/>
                      <a:pt x="360687" y="848988"/>
                    </a:cubicBezTo>
                    <a:cubicBezTo>
                      <a:pt x="346486" y="848988"/>
                      <a:pt x="337966" y="851837"/>
                      <a:pt x="329446" y="857535"/>
                    </a:cubicBezTo>
                    <a:cubicBezTo>
                      <a:pt x="275485" y="897420"/>
                      <a:pt x="210164" y="900269"/>
                      <a:pt x="156203" y="866082"/>
                    </a:cubicBezTo>
                    <a:cubicBezTo>
                      <a:pt x="144843" y="857535"/>
                      <a:pt x="133482" y="846139"/>
                      <a:pt x="124962" y="831894"/>
                    </a:cubicBezTo>
                    <a:cubicBezTo>
                      <a:pt x="105082" y="800556"/>
                      <a:pt x="90882" y="766368"/>
                      <a:pt x="76681" y="732181"/>
                    </a:cubicBezTo>
                    <a:cubicBezTo>
                      <a:pt x="73841" y="726483"/>
                      <a:pt x="73841" y="723634"/>
                      <a:pt x="71001" y="717936"/>
                    </a:cubicBezTo>
                    <a:cubicBezTo>
                      <a:pt x="56801" y="686598"/>
                      <a:pt x="48281" y="655259"/>
                      <a:pt x="51121" y="618223"/>
                    </a:cubicBezTo>
                    <a:cubicBezTo>
                      <a:pt x="53961" y="612525"/>
                      <a:pt x="51121" y="606827"/>
                      <a:pt x="51121" y="598280"/>
                    </a:cubicBezTo>
                    <a:cubicBezTo>
                      <a:pt x="34081" y="532754"/>
                      <a:pt x="17040" y="464379"/>
                      <a:pt x="2840" y="398853"/>
                    </a:cubicBezTo>
                    <a:cubicBezTo>
                      <a:pt x="0" y="393155"/>
                      <a:pt x="0" y="387458"/>
                      <a:pt x="0" y="381760"/>
                    </a:cubicBezTo>
                    <a:cubicBezTo>
                      <a:pt x="17040" y="301989"/>
                      <a:pt x="34081" y="222218"/>
                      <a:pt x="51121" y="142448"/>
                    </a:cubicBezTo>
                    <a:cubicBezTo>
                      <a:pt x="62481" y="99713"/>
                      <a:pt x="73841" y="54130"/>
                      <a:pt x="90882" y="11396"/>
                    </a:cubicBezTo>
                    <a:cubicBezTo>
                      <a:pt x="93722" y="5698"/>
                      <a:pt x="93722" y="2849"/>
                      <a:pt x="96562"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0" name="Freeform 13"/>
              <p:cNvSpPr/>
              <p:nvPr/>
            </p:nvSpPr>
            <p:spPr>
              <a:xfrm>
                <a:off x="6355912" y="2792272"/>
                <a:ext cx="772117" cy="855416"/>
              </a:xfrm>
              <a:custGeom>
                <a:avLst/>
                <a:gdLst/>
                <a:ahLst/>
                <a:cxnLst/>
                <a:rect l="0" t="0" r="r" b="b"/>
                <a:pathLst>
                  <a:path w="772117" h="855416">
                    <a:moveTo>
                      <a:pt x="527091" y="290841"/>
                    </a:moveTo>
                    <a:cubicBezTo>
                      <a:pt x="535638" y="287990"/>
                      <a:pt x="544186" y="282287"/>
                      <a:pt x="552733" y="279436"/>
                    </a:cubicBezTo>
                    <a:cubicBezTo>
                      <a:pt x="569828" y="268030"/>
                      <a:pt x="586923" y="259476"/>
                      <a:pt x="606867" y="256625"/>
                    </a:cubicBezTo>
                    <a:cubicBezTo>
                      <a:pt x="629660" y="253773"/>
                      <a:pt x="652453" y="262328"/>
                      <a:pt x="672397" y="273733"/>
                    </a:cubicBezTo>
                    <a:cubicBezTo>
                      <a:pt x="675246" y="276585"/>
                      <a:pt x="678095" y="279436"/>
                      <a:pt x="680945" y="282287"/>
                    </a:cubicBezTo>
                    <a:cubicBezTo>
                      <a:pt x="689492" y="293693"/>
                      <a:pt x="689492" y="307950"/>
                      <a:pt x="675246" y="316504"/>
                    </a:cubicBezTo>
                    <a:cubicBezTo>
                      <a:pt x="626811" y="362126"/>
                      <a:pt x="569828" y="396343"/>
                      <a:pt x="509996" y="422005"/>
                    </a:cubicBezTo>
                    <a:cubicBezTo>
                      <a:pt x="507147" y="424857"/>
                      <a:pt x="501449" y="424857"/>
                      <a:pt x="498600" y="427708"/>
                    </a:cubicBezTo>
                    <a:cubicBezTo>
                      <a:pt x="475806" y="436262"/>
                      <a:pt x="467259" y="453370"/>
                      <a:pt x="464410" y="479033"/>
                    </a:cubicBezTo>
                    <a:cubicBezTo>
                      <a:pt x="464410" y="504695"/>
                      <a:pt x="470108" y="533209"/>
                      <a:pt x="481505" y="556020"/>
                    </a:cubicBezTo>
                    <a:cubicBezTo>
                      <a:pt x="518544" y="644413"/>
                      <a:pt x="529940" y="738509"/>
                      <a:pt x="527091" y="832605"/>
                    </a:cubicBezTo>
                    <a:cubicBezTo>
                      <a:pt x="527091" y="849713"/>
                      <a:pt x="521393" y="855416"/>
                      <a:pt x="504298" y="852565"/>
                    </a:cubicBezTo>
                    <a:cubicBezTo>
                      <a:pt x="487203" y="852565"/>
                      <a:pt x="470108" y="846862"/>
                      <a:pt x="458712" y="832605"/>
                    </a:cubicBezTo>
                    <a:cubicBezTo>
                      <a:pt x="453013" y="826902"/>
                      <a:pt x="453013" y="818348"/>
                      <a:pt x="453013" y="812645"/>
                    </a:cubicBezTo>
                    <a:cubicBezTo>
                      <a:pt x="453013" y="809794"/>
                      <a:pt x="453013" y="804091"/>
                      <a:pt x="453013" y="801240"/>
                    </a:cubicBezTo>
                    <a:cubicBezTo>
                      <a:pt x="453013" y="781280"/>
                      <a:pt x="444466" y="767023"/>
                      <a:pt x="427371" y="758469"/>
                    </a:cubicBezTo>
                    <a:cubicBezTo>
                      <a:pt x="415974" y="749915"/>
                      <a:pt x="401729" y="747063"/>
                      <a:pt x="387483" y="741361"/>
                    </a:cubicBezTo>
                    <a:cubicBezTo>
                      <a:pt x="384634" y="741361"/>
                      <a:pt x="381785" y="741361"/>
                      <a:pt x="378936" y="741361"/>
                    </a:cubicBezTo>
                    <a:cubicBezTo>
                      <a:pt x="367539" y="735658"/>
                      <a:pt x="358992" y="727104"/>
                      <a:pt x="358992" y="718549"/>
                    </a:cubicBezTo>
                    <a:cubicBezTo>
                      <a:pt x="356143" y="707144"/>
                      <a:pt x="364690" y="695738"/>
                      <a:pt x="376087" y="692887"/>
                    </a:cubicBezTo>
                    <a:cubicBezTo>
                      <a:pt x="381785" y="690036"/>
                      <a:pt x="387483" y="690036"/>
                      <a:pt x="393181" y="690036"/>
                    </a:cubicBezTo>
                    <a:cubicBezTo>
                      <a:pt x="410276" y="687184"/>
                      <a:pt x="418824" y="678630"/>
                      <a:pt x="424522" y="661522"/>
                    </a:cubicBezTo>
                    <a:cubicBezTo>
                      <a:pt x="435918" y="627305"/>
                      <a:pt x="430220" y="593088"/>
                      <a:pt x="410276" y="561723"/>
                    </a:cubicBezTo>
                    <a:cubicBezTo>
                      <a:pt x="404578" y="556020"/>
                      <a:pt x="401729" y="556020"/>
                      <a:pt x="396030" y="561723"/>
                    </a:cubicBezTo>
                    <a:cubicBezTo>
                      <a:pt x="393181" y="561723"/>
                      <a:pt x="390332" y="564575"/>
                      <a:pt x="387483" y="567426"/>
                    </a:cubicBezTo>
                    <a:cubicBezTo>
                      <a:pt x="367539" y="584534"/>
                      <a:pt x="350444" y="598791"/>
                      <a:pt x="333349" y="615900"/>
                    </a:cubicBezTo>
                    <a:cubicBezTo>
                      <a:pt x="319104" y="627305"/>
                      <a:pt x="307707" y="641562"/>
                      <a:pt x="299160" y="658670"/>
                    </a:cubicBezTo>
                    <a:cubicBezTo>
                      <a:pt x="296311" y="661522"/>
                      <a:pt x="293461" y="664373"/>
                      <a:pt x="287763" y="670076"/>
                    </a:cubicBezTo>
                    <a:cubicBezTo>
                      <a:pt x="239328" y="721401"/>
                      <a:pt x="188043" y="769874"/>
                      <a:pt x="136759" y="821199"/>
                    </a:cubicBezTo>
                    <a:cubicBezTo>
                      <a:pt x="116815" y="844010"/>
                      <a:pt x="99720" y="846862"/>
                      <a:pt x="74078" y="835456"/>
                    </a:cubicBezTo>
                    <a:cubicBezTo>
                      <a:pt x="56983" y="829754"/>
                      <a:pt x="45586" y="818348"/>
                      <a:pt x="37039" y="804091"/>
                    </a:cubicBezTo>
                    <a:cubicBezTo>
                      <a:pt x="11397" y="772726"/>
                      <a:pt x="2849" y="732806"/>
                      <a:pt x="0" y="692887"/>
                    </a:cubicBezTo>
                    <a:cubicBezTo>
                      <a:pt x="0" y="684333"/>
                      <a:pt x="2849" y="681481"/>
                      <a:pt x="8547" y="681481"/>
                    </a:cubicBezTo>
                    <a:cubicBezTo>
                      <a:pt x="14246" y="678630"/>
                      <a:pt x="19944" y="675779"/>
                      <a:pt x="25642" y="675779"/>
                    </a:cubicBezTo>
                    <a:cubicBezTo>
                      <a:pt x="37039" y="670076"/>
                      <a:pt x="45586" y="670076"/>
                      <a:pt x="56983" y="675779"/>
                    </a:cubicBezTo>
                    <a:cubicBezTo>
                      <a:pt x="68379" y="681481"/>
                      <a:pt x="79776" y="678630"/>
                      <a:pt x="91172" y="667224"/>
                    </a:cubicBezTo>
                    <a:cubicBezTo>
                      <a:pt x="96871" y="664373"/>
                      <a:pt x="105418" y="658670"/>
                      <a:pt x="111116" y="655819"/>
                    </a:cubicBezTo>
                    <a:cubicBezTo>
                      <a:pt x="131060" y="644413"/>
                      <a:pt x="148155" y="633008"/>
                      <a:pt x="168099" y="624454"/>
                    </a:cubicBezTo>
                    <a:cubicBezTo>
                      <a:pt x="170948" y="621602"/>
                      <a:pt x="176647" y="618751"/>
                      <a:pt x="179496" y="615900"/>
                    </a:cubicBezTo>
                    <a:cubicBezTo>
                      <a:pt x="230780" y="587386"/>
                      <a:pt x="279216" y="556020"/>
                      <a:pt x="330500" y="527507"/>
                    </a:cubicBezTo>
                    <a:cubicBezTo>
                      <a:pt x="347595" y="516101"/>
                      <a:pt x="364690" y="504695"/>
                      <a:pt x="381785" y="490439"/>
                    </a:cubicBezTo>
                    <a:cubicBezTo>
                      <a:pt x="396030" y="479033"/>
                      <a:pt x="407427" y="464776"/>
                      <a:pt x="413125" y="441965"/>
                    </a:cubicBezTo>
                    <a:cubicBezTo>
                      <a:pt x="407427" y="441965"/>
                      <a:pt x="404578" y="439114"/>
                      <a:pt x="398880" y="439114"/>
                    </a:cubicBezTo>
                    <a:cubicBezTo>
                      <a:pt x="381785" y="433411"/>
                      <a:pt x="376087" y="422005"/>
                      <a:pt x="378936" y="404897"/>
                    </a:cubicBezTo>
                    <a:cubicBezTo>
                      <a:pt x="381785" y="399194"/>
                      <a:pt x="384634" y="390640"/>
                      <a:pt x="387483" y="384937"/>
                    </a:cubicBezTo>
                    <a:cubicBezTo>
                      <a:pt x="396030" y="362126"/>
                      <a:pt x="404578" y="339315"/>
                      <a:pt x="413125" y="319355"/>
                    </a:cubicBezTo>
                    <a:cubicBezTo>
                      <a:pt x="413125" y="316504"/>
                      <a:pt x="415974" y="313653"/>
                      <a:pt x="415974" y="310801"/>
                    </a:cubicBezTo>
                    <a:cubicBezTo>
                      <a:pt x="418824" y="299396"/>
                      <a:pt x="415974" y="296544"/>
                      <a:pt x="407427" y="296544"/>
                    </a:cubicBezTo>
                    <a:cubicBezTo>
                      <a:pt x="398880" y="296544"/>
                      <a:pt x="393181" y="296544"/>
                      <a:pt x="384634" y="299396"/>
                    </a:cubicBezTo>
                    <a:cubicBezTo>
                      <a:pt x="376087" y="302247"/>
                      <a:pt x="364690" y="305098"/>
                      <a:pt x="353293" y="307950"/>
                    </a:cubicBezTo>
                    <a:cubicBezTo>
                      <a:pt x="347595" y="310801"/>
                      <a:pt x="344746" y="316504"/>
                      <a:pt x="344746" y="322207"/>
                    </a:cubicBezTo>
                    <a:cubicBezTo>
                      <a:pt x="344746" y="347869"/>
                      <a:pt x="344746" y="373532"/>
                      <a:pt x="344746" y="399194"/>
                    </a:cubicBezTo>
                    <a:cubicBezTo>
                      <a:pt x="344746" y="404897"/>
                      <a:pt x="341897" y="410600"/>
                      <a:pt x="339048" y="416302"/>
                    </a:cubicBezTo>
                    <a:cubicBezTo>
                      <a:pt x="307707" y="456222"/>
                      <a:pt x="279216" y="496141"/>
                      <a:pt x="247875" y="536061"/>
                    </a:cubicBezTo>
                    <a:cubicBezTo>
                      <a:pt x="247875" y="538912"/>
                      <a:pt x="245026" y="538912"/>
                      <a:pt x="245026" y="541763"/>
                    </a:cubicBezTo>
                    <a:cubicBezTo>
                      <a:pt x="230780" y="527507"/>
                      <a:pt x="219384" y="516101"/>
                      <a:pt x="207987" y="501844"/>
                    </a:cubicBezTo>
                    <a:cubicBezTo>
                      <a:pt x="199440" y="493290"/>
                      <a:pt x="196591" y="484736"/>
                      <a:pt x="196591" y="473330"/>
                    </a:cubicBezTo>
                    <a:cubicBezTo>
                      <a:pt x="193742" y="467627"/>
                      <a:pt x="193742" y="459073"/>
                      <a:pt x="190892" y="453370"/>
                    </a:cubicBezTo>
                    <a:cubicBezTo>
                      <a:pt x="165250" y="393491"/>
                      <a:pt x="162401" y="333612"/>
                      <a:pt x="179496" y="270882"/>
                    </a:cubicBezTo>
                    <a:cubicBezTo>
                      <a:pt x="190892" y="239516"/>
                      <a:pt x="190892" y="211003"/>
                      <a:pt x="188043" y="179637"/>
                    </a:cubicBezTo>
                    <a:cubicBezTo>
                      <a:pt x="188043" y="171083"/>
                      <a:pt x="188043" y="162529"/>
                      <a:pt x="188043" y="153975"/>
                    </a:cubicBezTo>
                    <a:cubicBezTo>
                      <a:pt x="188043" y="142569"/>
                      <a:pt x="193742" y="134015"/>
                      <a:pt x="205138" y="134015"/>
                    </a:cubicBezTo>
                    <a:cubicBezTo>
                      <a:pt x="213686" y="131164"/>
                      <a:pt x="222233" y="134015"/>
                      <a:pt x="227931" y="136867"/>
                    </a:cubicBezTo>
                    <a:cubicBezTo>
                      <a:pt x="236479" y="142569"/>
                      <a:pt x="242177" y="148272"/>
                      <a:pt x="250724" y="156826"/>
                    </a:cubicBezTo>
                    <a:cubicBezTo>
                      <a:pt x="256423" y="162529"/>
                      <a:pt x="259272" y="168232"/>
                      <a:pt x="264970" y="173935"/>
                    </a:cubicBezTo>
                    <a:cubicBezTo>
                      <a:pt x="282065" y="188192"/>
                      <a:pt x="293461" y="191043"/>
                      <a:pt x="310556" y="179637"/>
                    </a:cubicBezTo>
                    <a:cubicBezTo>
                      <a:pt x="333349" y="165380"/>
                      <a:pt x="356143" y="151123"/>
                      <a:pt x="378936" y="136867"/>
                    </a:cubicBezTo>
                    <a:cubicBezTo>
                      <a:pt x="404578" y="116907"/>
                      <a:pt x="430220" y="99799"/>
                      <a:pt x="455862" y="79839"/>
                    </a:cubicBezTo>
                    <a:cubicBezTo>
                      <a:pt x="464410" y="71285"/>
                      <a:pt x="475806" y="68433"/>
                      <a:pt x="487203" y="65582"/>
                    </a:cubicBezTo>
                    <a:cubicBezTo>
                      <a:pt x="504298" y="65582"/>
                      <a:pt x="518544" y="57028"/>
                      <a:pt x="532789" y="45622"/>
                    </a:cubicBezTo>
                    <a:cubicBezTo>
                      <a:pt x="558431" y="17108"/>
                      <a:pt x="592621" y="5703"/>
                      <a:pt x="629660" y="2851"/>
                    </a:cubicBezTo>
                    <a:cubicBezTo>
                      <a:pt x="663850" y="0"/>
                      <a:pt x="700888" y="0"/>
                      <a:pt x="735078" y="11406"/>
                    </a:cubicBezTo>
                    <a:cubicBezTo>
                      <a:pt x="743626" y="14257"/>
                      <a:pt x="752173" y="19960"/>
                      <a:pt x="760720" y="25662"/>
                    </a:cubicBezTo>
                    <a:cubicBezTo>
                      <a:pt x="769268" y="28514"/>
                      <a:pt x="772117" y="37068"/>
                      <a:pt x="772117" y="45622"/>
                    </a:cubicBezTo>
                    <a:cubicBezTo>
                      <a:pt x="772117" y="51325"/>
                      <a:pt x="772117" y="54176"/>
                      <a:pt x="766419" y="59879"/>
                    </a:cubicBezTo>
                    <a:cubicBezTo>
                      <a:pt x="746475" y="74136"/>
                      <a:pt x="726531" y="88393"/>
                      <a:pt x="706587" y="105501"/>
                    </a:cubicBezTo>
                    <a:cubicBezTo>
                      <a:pt x="683794" y="122610"/>
                      <a:pt x="661001" y="142569"/>
                      <a:pt x="643906" y="165380"/>
                    </a:cubicBezTo>
                    <a:cubicBezTo>
                      <a:pt x="635358" y="176786"/>
                      <a:pt x="623962" y="185340"/>
                      <a:pt x="612565" y="191043"/>
                    </a:cubicBezTo>
                    <a:cubicBezTo>
                      <a:pt x="606867" y="193894"/>
                      <a:pt x="604018" y="196746"/>
                      <a:pt x="601169" y="199597"/>
                    </a:cubicBezTo>
                    <a:cubicBezTo>
                      <a:pt x="575526" y="225260"/>
                      <a:pt x="552733" y="248071"/>
                      <a:pt x="529940" y="270882"/>
                    </a:cubicBezTo>
                    <a:cubicBezTo>
                      <a:pt x="524242" y="276585"/>
                      <a:pt x="521393" y="282287"/>
                      <a:pt x="527091" y="29084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1" name="Freeform 14"/>
              <p:cNvSpPr/>
              <p:nvPr/>
            </p:nvSpPr>
            <p:spPr>
              <a:xfrm>
                <a:off x="9143222" y="3099837"/>
                <a:ext cx="797747" cy="506201"/>
              </a:xfrm>
              <a:custGeom>
                <a:avLst/>
                <a:gdLst/>
                <a:ahLst/>
                <a:cxnLst/>
                <a:rect l="0" t="0" r="r" b="b"/>
                <a:pathLst>
                  <a:path w="797747" h="506201">
                    <a:moveTo>
                      <a:pt x="45586" y="378229"/>
                    </a:moveTo>
                    <a:cubicBezTo>
                      <a:pt x="51284" y="366854"/>
                      <a:pt x="45586" y="361166"/>
                      <a:pt x="39887" y="352634"/>
                    </a:cubicBezTo>
                    <a:cubicBezTo>
                      <a:pt x="25642" y="335571"/>
                      <a:pt x="14245" y="315665"/>
                      <a:pt x="5698" y="292914"/>
                    </a:cubicBezTo>
                    <a:cubicBezTo>
                      <a:pt x="0" y="270163"/>
                      <a:pt x="2849" y="250257"/>
                      <a:pt x="17095" y="230350"/>
                    </a:cubicBezTo>
                    <a:cubicBezTo>
                      <a:pt x="25642" y="221818"/>
                      <a:pt x="34189" y="216131"/>
                      <a:pt x="45586" y="218975"/>
                    </a:cubicBezTo>
                    <a:cubicBezTo>
                      <a:pt x="51284" y="218975"/>
                      <a:pt x="56982" y="216131"/>
                      <a:pt x="62680" y="218975"/>
                    </a:cubicBezTo>
                    <a:cubicBezTo>
                      <a:pt x="82624" y="224662"/>
                      <a:pt x="102567" y="216131"/>
                      <a:pt x="113964" y="201912"/>
                    </a:cubicBezTo>
                    <a:cubicBezTo>
                      <a:pt x="125360" y="190536"/>
                      <a:pt x="139606" y="184849"/>
                      <a:pt x="153851" y="182005"/>
                    </a:cubicBezTo>
                    <a:cubicBezTo>
                      <a:pt x="162398" y="182005"/>
                      <a:pt x="170946" y="176317"/>
                      <a:pt x="179493" y="173473"/>
                    </a:cubicBezTo>
                    <a:cubicBezTo>
                      <a:pt x="253570" y="133660"/>
                      <a:pt x="330495" y="99534"/>
                      <a:pt x="410270" y="71096"/>
                    </a:cubicBezTo>
                    <a:cubicBezTo>
                      <a:pt x="433063" y="62564"/>
                      <a:pt x="458705" y="54033"/>
                      <a:pt x="481497" y="45501"/>
                    </a:cubicBezTo>
                    <a:cubicBezTo>
                      <a:pt x="495743" y="39814"/>
                      <a:pt x="512837" y="39814"/>
                      <a:pt x="529932" y="36970"/>
                    </a:cubicBezTo>
                    <a:cubicBezTo>
                      <a:pt x="552725" y="34126"/>
                      <a:pt x="572668" y="31282"/>
                      <a:pt x="595461" y="25594"/>
                    </a:cubicBezTo>
                    <a:cubicBezTo>
                      <a:pt x="609707" y="22751"/>
                      <a:pt x="623952" y="14219"/>
                      <a:pt x="638198" y="8531"/>
                    </a:cubicBezTo>
                    <a:cubicBezTo>
                      <a:pt x="646745" y="2844"/>
                      <a:pt x="655292" y="0"/>
                      <a:pt x="663839" y="0"/>
                    </a:cubicBezTo>
                    <a:cubicBezTo>
                      <a:pt x="695180" y="0"/>
                      <a:pt x="726520" y="2844"/>
                      <a:pt x="755011" y="14219"/>
                    </a:cubicBezTo>
                    <a:cubicBezTo>
                      <a:pt x="786351" y="25594"/>
                      <a:pt x="797747" y="54033"/>
                      <a:pt x="780652" y="82471"/>
                    </a:cubicBezTo>
                    <a:cubicBezTo>
                      <a:pt x="769256" y="108065"/>
                      <a:pt x="749312" y="127972"/>
                      <a:pt x="729369" y="142191"/>
                    </a:cubicBezTo>
                    <a:cubicBezTo>
                      <a:pt x="717972" y="150723"/>
                      <a:pt x="709425" y="150723"/>
                      <a:pt x="698029" y="150723"/>
                    </a:cubicBezTo>
                    <a:cubicBezTo>
                      <a:pt x="672387" y="153567"/>
                      <a:pt x="649594" y="156410"/>
                      <a:pt x="626801" y="159254"/>
                    </a:cubicBezTo>
                    <a:cubicBezTo>
                      <a:pt x="621103" y="162098"/>
                      <a:pt x="612556" y="162098"/>
                      <a:pt x="606858" y="164942"/>
                    </a:cubicBezTo>
                    <a:cubicBezTo>
                      <a:pt x="595461" y="170630"/>
                      <a:pt x="592612" y="179161"/>
                      <a:pt x="592612" y="190536"/>
                    </a:cubicBezTo>
                    <a:cubicBezTo>
                      <a:pt x="592612" y="199068"/>
                      <a:pt x="595461" y="207599"/>
                      <a:pt x="598310" y="216131"/>
                    </a:cubicBezTo>
                    <a:cubicBezTo>
                      <a:pt x="606858" y="233194"/>
                      <a:pt x="612556" y="247413"/>
                      <a:pt x="621103" y="261632"/>
                    </a:cubicBezTo>
                    <a:cubicBezTo>
                      <a:pt x="629650" y="284383"/>
                      <a:pt x="638198" y="304289"/>
                      <a:pt x="638198" y="327040"/>
                    </a:cubicBezTo>
                    <a:cubicBezTo>
                      <a:pt x="638198" y="358322"/>
                      <a:pt x="635349" y="386760"/>
                      <a:pt x="626801" y="415199"/>
                    </a:cubicBezTo>
                    <a:cubicBezTo>
                      <a:pt x="615405" y="446481"/>
                      <a:pt x="595461" y="460700"/>
                      <a:pt x="561272" y="463544"/>
                    </a:cubicBezTo>
                    <a:cubicBezTo>
                      <a:pt x="552725" y="463544"/>
                      <a:pt x="547027" y="463544"/>
                      <a:pt x="538479" y="463544"/>
                    </a:cubicBezTo>
                    <a:cubicBezTo>
                      <a:pt x="529932" y="463544"/>
                      <a:pt x="521385" y="463544"/>
                      <a:pt x="515686" y="474919"/>
                    </a:cubicBezTo>
                    <a:cubicBezTo>
                      <a:pt x="512837" y="477763"/>
                      <a:pt x="509988" y="480607"/>
                      <a:pt x="507139" y="483450"/>
                    </a:cubicBezTo>
                    <a:cubicBezTo>
                      <a:pt x="487195" y="500513"/>
                      <a:pt x="467252" y="506201"/>
                      <a:pt x="444459" y="497670"/>
                    </a:cubicBezTo>
                    <a:cubicBezTo>
                      <a:pt x="430214" y="489138"/>
                      <a:pt x="413119" y="480607"/>
                      <a:pt x="398874" y="472075"/>
                    </a:cubicBezTo>
                    <a:cubicBezTo>
                      <a:pt x="387477" y="463544"/>
                      <a:pt x="376081" y="460700"/>
                      <a:pt x="358986" y="460700"/>
                    </a:cubicBezTo>
                    <a:cubicBezTo>
                      <a:pt x="353288" y="460700"/>
                      <a:pt x="344741" y="463544"/>
                      <a:pt x="339042" y="455012"/>
                    </a:cubicBezTo>
                    <a:cubicBezTo>
                      <a:pt x="330495" y="446481"/>
                      <a:pt x="324797" y="437949"/>
                      <a:pt x="321948" y="426574"/>
                    </a:cubicBezTo>
                    <a:cubicBezTo>
                      <a:pt x="319099" y="420886"/>
                      <a:pt x="321948" y="418042"/>
                      <a:pt x="327646" y="418042"/>
                    </a:cubicBezTo>
                    <a:cubicBezTo>
                      <a:pt x="333344" y="418042"/>
                      <a:pt x="341892" y="418042"/>
                      <a:pt x="347590" y="418042"/>
                    </a:cubicBezTo>
                    <a:cubicBezTo>
                      <a:pt x="390326" y="420886"/>
                      <a:pt x="433063" y="415199"/>
                      <a:pt x="472950" y="400979"/>
                    </a:cubicBezTo>
                    <a:cubicBezTo>
                      <a:pt x="492894" y="392448"/>
                      <a:pt x="509988" y="381073"/>
                      <a:pt x="527083" y="366854"/>
                    </a:cubicBezTo>
                    <a:cubicBezTo>
                      <a:pt x="535630" y="358322"/>
                      <a:pt x="538479" y="349791"/>
                      <a:pt x="535630" y="341259"/>
                    </a:cubicBezTo>
                    <a:cubicBezTo>
                      <a:pt x="532781" y="315665"/>
                      <a:pt x="529932" y="290070"/>
                      <a:pt x="527083" y="261632"/>
                    </a:cubicBezTo>
                    <a:cubicBezTo>
                      <a:pt x="524234" y="247413"/>
                      <a:pt x="524234" y="233194"/>
                      <a:pt x="524234" y="218975"/>
                    </a:cubicBezTo>
                    <a:cubicBezTo>
                      <a:pt x="524234" y="207599"/>
                      <a:pt x="521385" y="201912"/>
                      <a:pt x="509988" y="201912"/>
                    </a:cubicBezTo>
                    <a:cubicBezTo>
                      <a:pt x="492894" y="199068"/>
                      <a:pt x="478648" y="199068"/>
                      <a:pt x="464403" y="213287"/>
                    </a:cubicBezTo>
                    <a:cubicBezTo>
                      <a:pt x="461554" y="216131"/>
                      <a:pt x="455855" y="218975"/>
                      <a:pt x="450157" y="224662"/>
                    </a:cubicBezTo>
                    <a:cubicBezTo>
                      <a:pt x="438761" y="230350"/>
                      <a:pt x="427364" y="236038"/>
                      <a:pt x="413119" y="233194"/>
                    </a:cubicBezTo>
                    <a:cubicBezTo>
                      <a:pt x="381779" y="233194"/>
                      <a:pt x="353288" y="241725"/>
                      <a:pt x="330495" y="258788"/>
                    </a:cubicBezTo>
                    <a:cubicBezTo>
                      <a:pt x="296306" y="284383"/>
                      <a:pt x="262117" y="309977"/>
                      <a:pt x="227928" y="335571"/>
                    </a:cubicBezTo>
                    <a:cubicBezTo>
                      <a:pt x="202286" y="352634"/>
                      <a:pt x="176644" y="372541"/>
                      <a:pt x="148153" y="383916"/>
                    </a:cubicBezTo>
                    <a:cubicBezTo>
                      <a:pt x="119662" y="395292"/>
                      <a:pt x="91171" y="398136"/>
                      <a:pt x="62680" y="386760"/>
                    </a:cubicBezTo>
                    <a:cubicBezTo>
                      <a:pt x="56982" y="386760"/>
                      <a:pt x="54133" y="383916"/>
                      <a:pt x="51284" y="381073"/>
                    </a:cubicBezTo>
                    <a:cubicBezTo>
                      <a:pt x="48435" y="381073"/>
                      <a:pt x="48435" y="381073"/>
                      <a:pt x="45586" y="37822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2" name="Freeform 15"/>
              <p:cNvSpPr/>
              <p:nvPr/>
            </p:nvSpPr>
            <p:spPr>
              <a:xfrm>
                <a:off x="6548140" y="2449465"/>
                <a:ext cx="605519" cy="323584"/>
              </a:xfrm>
              <a:custGeom>
                <a:avLst/>
                <a:gdLst/>
                <a:ahLst/>
                <a:cxnLst/>
                <a:rect l="0" t="0" r="r" b="b"/>
                <a:pathLst>
                  <a:path w="605519" h="323584">
                    <a:moveTo>
                      <a:pt x="562676" y="0"/>
                    </a:moveTo>
                    <a:cubicBezTo>
                      <a:pt x="568388" y="0"/>
                      <a:pt x="576957" y="0"/>
                      <a:pt x="585525" y="0"/>
                    </a:cubicBezTo>
                    <a:cubicBezTo>
                      <a:pt x="596950" y="2838"/>
                      <a:pt x="605519" y="14192"/>
                      <a:pt x="602663" y="25546"/>
                    </a:cubicBezTo>
                    <a:cubicBezTo>
                      <a:pt x="591238" y="51092"/>
                      <a:pt x="571244" y="70961"/>
                      <a:pt x="545538" y="82315"/>
                    </a:cubicBezTo>
                    <a:cubicBezTo>
                      <a:pt x="539826" y="82315"/>
                      <a:pt x="536970" y="82315"/>
                      <a:pt x="534113" y="82315"/>
                    </a:cubicBezTo>
                    <a:cubicBezTo>
                      <a:pt x="519832" y="79477"/>
                      <a:pt x="508407" y="85154"/>
                      <a:pt x="496983" y="93669"/>
                    </a:cubicBezTo>
                    <a:cubicBezTo>
                      <a:pt x="451283" y="122054"/>
                      <a:pt x="411296" y="153277"/>
                      <a:pt x="377021" y="190177"/>
                    </a:cubicBezTo>
                    <a:cubicBezTo>
                      <a:pt x="354171" y="212884"/>
                      <a:pt x="331322" y="235592"/>
                      <a:pt x="311328" y="258300"/>
                    </a:cubicBezTo>
                    <a:cubicBezTo>
                      <a:pt x="282766" y="289523"/>
                      <a:pt x="245635" y="312230"/>
                      <a:pt x="202792" y="317907"/>
                    </a:cubicBezTo>
                    <a:cubicBezTo>
                      <a:pt x="174230" y="323584"/>
                      <a:pt x="142811" y="317907"/>
                      <a:pt x="114249" y="306553"/>
                    </a:cubicBezTo>
                    <a:cubicBezTo>
                      <a:pt x="82830" y="295199"/>
                      <a:pt x="54268" y="278169"/>
                      <a:pt x="25706" y="255461"/>
                    </a:cubicBezTo>
                    <a:cubicBezTo>
                      <a:pt x="25706" y="255461"/>
                      <a:pt x="25706" y="252623"/>
                      <a:pt x="22850" y="252623"/>
                    </a:cubicBezTo>
                    <a:cubicBezTo>
                      <a:pt x="0" y="229915"/>
                      <a:pt x="5712" y="198692"/>
                      <a:pt x="31418" y="181661"/>
                    </a:cubicBezTo>
                    <a:cubicBezTo>
                      <a:pt x="34275" y="178823"/>
                      <a:pt x="39987" y="178823"/>
                      <a:pt x="42843" y="175984"/>
                    </a:cubicBezTo>
                    <a:cubicBezTo>
                      <a:pt x="137099" y="139084"/>
                      <a:pt x="231354" y="102184"/>
                      <a:pt x="325609" y="65284"/>
                    </a:cubicBezTo>
                    <a:cubicBezTo>
                      <a:pt x="339890" y="59608"/>
                      <a:pt x="357028" y="53931"/>
                      <a:pt x="371309" y="51092"/>
                    </a:cubicBezTo>
                    <a:cubicBezTo>
                      <a:pt x="405583" y="42577"/>
                      <a:pt x="437002" y="34061"/>
                      <a:pt x="468420" y="19869"/>
                    </a:cubicBezTo>
                    <a:cubicBezTo>
                      <a:pt x="499839" y="5677"/>
                      <a:pt x="531257" y="0"/>
                      <a:pt x="562676" y="0"/>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3" name="Freeform 16"/>
              <p:cNvSpPr/>
              <p:nvPr/>
            </p:nvSpPr>
            <p:spPr>
              <a:xfrm>
                <a:off x="6746776" y="2048989"/>
                <a:ext cx="323584" cy="358826"/>
              </a:xfrm>
              <a:custGeom>
                <a:avLst/>
                <a:gdLst/>
                <a:ahLst/>
                <a:cxnLst/>
                <a:rect l="0" t="0" r="r" b="b"/>
                <a:pathLst>
                  <a:path w="323584" h="358826">
                    <a:moveTo>
                      <a:pt x="323584" y="199348"/>
                    </a:moveTo>
                    <a:cubicBezTo>
                      <a:pt x="323584" y="224978"/>
                      <a:pt x="309392" y="244913"/>
                      <a:pt x="286684" y="259152"/>
                    </a:cubicBezTo>
                    <a:cubicBezTo>
                      <a:pt x="266815" y="270543"/>
                      <a:pt x="244107" y="276239"/>
                      <a:pt x="221400" y="276239"/>
                    </a:cubicBezTo>
                    <a:cubicBezTo>
                      <a:pt x="181661" y="276239"/>
                      <a:pt x="187338" y="279087"/>
                      <a:pt x="164630" y="301869"/>
                    </a:cubicBezTo>
                    <a:cubicBezTo>
                      <a:pt x="147600" y="316109"/>
                      <a:pt x="130569" y="330348"/>
                      <a:pt x="113538" y="344587"/>
                    </a:cubicBezTo>
                    <a:cubicBezTo>
                      <a:pt x="107861" y="350283"/>
                      <a:pt x="99346" y="353130"/>
                      <a:pt x="87992" y="355978"/>
                    </a:cubicBezTo>
                    <a:cubicBezTo>
                      <a:pt x="79477" y="358826"/>
                      <a:pt x="70961" y="355978"/>
                      <a:pt x="65284" y="347435"/>
                    </a:cubicBezTo>
                    <a:cubicBezTo>
                      <a:pt x="62446" y="336043"/>
                      <a:pt x="59608" y="327500"/>
                      <a:pt x="65284" y="318956"/>
                    </a:cubicBezTo>
                    <a:cubicBezTo>
                      <a:pt x="93669" y="279087"/>
                      <a:pt x="93669" y="236370"/>
                      <a:pt x="73800" y="193652"/>
                    </a:cubicBezTo>
                    <a:cubicBezTo>
                      <a:pt x="65284" y="173717"/>
                      <a:pt x="53931" y="159478"/>
                      <a:pt x="45415" y="142391"/>
                    </a:cubicBezTo>
                    <a:cubicBezTo>
                      <a:pt x="39738" y="131000"/>
                      <a:pt x="34061" y="122456"/>
                      <a:pt x="31223" y="111065"/>
                    </a:cubicBezTo>
                    <a:cubicBezTo>
                      <a:pt x="25546" y="93978"/>
                      <a:pt x="19869" y="76891"/>
                      <a:pt x="8515" y="59804"/>
                    </a:cubicBezTo>
                    <a:cubicBezTo>
                      <a:pt x="0" y="48413"/>
                      <a:pt x="0" y="34174"/>
                      <a:pt x="8515" y="17087"/>
                    </a:cubicBezTo>
                    <a:cubicBezTo>
                      <a:pt x="14192" y="5696"/>
                      <a:pt x="22708" y="0"/>
                      <a:pt x="34061" y="0"/>
                    </a:cubicBezTo>
                    <a:cubicBezTo>
                      <a:pt x="39738" y="0"/>
                      <a:pt x="45415" y="2848"/>
                      <a:pt x="51092" y="2848"/>
                    </a:cubicBezTo>
                    <a:cubicBezTo>
                      <a:pt x="82315" y="8543"/>
                      <a:pt x="113538" y="19935"/>
                      <a:pt x="141923" y="34174"/>
                    </a:cubicBezTo>
                    <a:cubicBezTo>
                      <a:pt x="175984" y="54109"/>
                      <a:pt x="210046" y="71196"/>
                      <a:pt x="244107" y="88283"/>
                    </a:cubicBezTo>
                    <a:cubicBezTo>
                      <a:pt x="266815" y="102522"/>
                      <a:pt x="286684" y="116761"/>
                      <a:pt x="300876" y="136696"/>
                    </a:cubicBezTo>
                    <a:cubicBezTo>
                      <a:pt x="315069" y="153783"/>
                      <a:pt x="323584" y="173717"/>
                      <a:pt x="323584" y="199348"/>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4" name="Freeform 24"/>
              <p:cNvSpPr/>
              <p:nvPr/>
            </p:nvSpPr>
            <p:spPr>
              <a:xfrm>
                <a:off x="9216909" y="2378981"/>
                <a:ext cx="317177" cy="429310"/>
              </a:xfrm>
              <a:custGeom>
                <a:avLst/>
                <a:gdLst/>
                <a:ahLst/>
                <a:cxnLst/>
                <a:rect l="0" t="0" r="r" b="b"/>
                <a:pathLst>
                  <a:path w="317177" h="429310">
                    <a:moveTo>
                      <a:pt x="317177" y="337724"/>
                    </a:moveTo>
                    <a:cubicBezTo>
                      <a:pt x="314320" y="343448"/>
                      <a:pt x="311462" y="352034"/>
                      <a:pt x="308605" y="357758"/>
                    </a:cubicBezTo>
                    <a:cubicBezTo>
                      <a:pt x="294317" y="374931"/>
                      <a:pt x="282888" y="389241"/>
                      <a:pt x="268600" y="406413"/>
                    </a:cubicBezTo>
                    <a:cubicBezTo>
                      <a:pt x="257171" y="417862"/>
                      <a:pt x="245741" y="423586"/>
                      <a:pt x="228596" y="426448"/>
                    </a:cubicBezTo>
                    <a:cubicBezTo>
                      <a:pt x="214309" y="429310"/>
                      <a:pt x="208594" y="426448"/>
                      <a:pt x="205736" y="412138"/>
                    </a:cubicBezTo>
                    <a:cubicBezTo>
                      <a:pt x="200022" y="386379"/>
                      <a:pt x="194307" y="360620"/>
                      <a:pt x="188592" y="334862"/>
                    </a:cubicBezTo>
                    <a:cubicBezTo>
                      <a:pt x="182877" y="309103"/>
                      <a:pt x="180019" y="283345"/>
                      <a:pt x="168590" y="257586"/>
                    </a:cubicBezTo>
                    <a:cubicBezTo>
                      <a:pt x="162875" y="243276"/>
                      <a:pt x="154302" y="228965"/>
                      <a:pt x="142873" y="214655"/>
                    </a:cubicBezTo>
                    <a:cubicBezTo>
                      <a:pt x="114298" y="180310"/>
                      <a:pt x="82866" y="145965"/>
                      <a:pt x="54292" y="114483"/>
                    </a:cubicBezTo>
                    <a:cubicBezTo>
                      <a:pt x="42862" y="100172"/>
                      <a:pt x="31432" y="88724"/>
                      <a:pt x="17145" y="77276"/>
                    </a:cubicBezTo>
                    <a:cubicBezTo>
                      <a:pt x="2857" y="62965"/>
                      <a:pt x="0" y="48655"/>
                      <a:pt x="0" y="28621"/>
                    </a:cubicBezTo>
                    <a:cubicBezTo>
                      <a:pt x="0" y="25759"/>
                      <a:pt x="0" y="25759"/>
                      <a:pt x="0" y="22897"/>
                    </a:cubicBezTo>
                    <a:cubicBezTo>
                      <a:pt x="5715" y="2862"/>
                      <a:pt x="8572" y="0"/>
                      <a:pt x="25717" y="5724"/>
                    </a:cubicBezTo>
                    <a:cubicBezTo>
                      <a:pt x="34289" y="11448"/>
                      <a:pt x="42862" y="14310"/>
                      <a:pt x="51434" y="20034"/>
                    </a:cubicBezTo>
                    <a:cubicBezTo>
                      <a:pt x="60006" y="28621"/>
                      <a:pt x="68579" y="34345"/>
                      <a:pt x="77151" y="42931"/>
                    </a:cubicBezTo>
                    <a:cubicBezTo>
                      <a:pt x="91438" y="57241"/>
                      <a:pt x="108583" y="68690"/>
                      <a:pt x="125728" y="74414"/>
                    </a:cubicBezTo>
                    <a:cubicBezTo>
                      <a:pt x="174304" y="94448"/>
                      <a:pt x="211451" y="123069"/>
                      <a:pt x="242883" y="163138"/>
                    </a:cubicBezTo>
                    <a:cubicBezTo>
                      <a:pt x="280030" y="208931"/>
                      <a:pt x="305747" y="263310"/>
                      <a:pt x="314320" y="326276"/>
                    </a:cubicBezTo>
                    <a:cubicBezTo>
                      <a:pt x="314320" y="329138"/>
                      <a:pt x="314320" y="332000"/>
                      <a:pt x="314320" y="334862"/>
                    </a:cubicBezTo>
                    <a:cubicBezTo>
                      <a:pt x="314320" y="334862"/>
                      <a:pt x="314320" y="337724"/>
                      <a:pt x="317177" y="337724"/>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5" name="Freeform 26"/>
              <p:cNvSpPr/>
              <p:nvPr/>
            </p:nvSpPr>
            <p:spPr>
              <a:xfrm>
                <a:off x="7022303" y="3189544"/>
                <a:ext cx="230674" cy="281935"/>
              </a:xfrm>
              <a:custGeom>
                <a:avLst/>
                <a:gdLst/>
                <a:ahLst/>
                <a:cxnLst/>
                <a:rect l="0" t="0" r="r" b="b"/>
                <a:pathLst>
                  <a:path w="230674" h="281935">
                    <a:moveTo>
                      <a:pt x="0" y="51261"/>
                    </a:moveTo>
                    <a:cubicBezTo>
                      <a:pt x="2848" y="42717"/>
                      <a:pt x="2848" y="34174"/>
                      <a:pt x="2848" y="25630"/>
                    </a:cubicBezTo>
                    <a:cubicBezTo>
                      <a:pt x="5696" y="11391"/>
                      <a:pt x="14239" y="2848"/>
                      <a:pt x="31326" y="2848"/>
                    </a:cubicBezTo>
                    <a:cubicBezTo>
                      <a:pt x="71196" y="0"/>
                      <a:pt x="111065" y="5696"/>
                      <a:pt x="142391" y="34174"/>
                    </a:cubicBezTo>
                    <a:cubicBezTo>
                      <a:pt x="176565" y="59804"/>
                      <a:pt x="199348" y="91131"/>
                      <a:pt x="222131" y="125304"/>
                    </a:cubicBezTo>
                    <a:cubicBezTo>
                      <a:pt x="224978" y="131000"/>
                      <a:pt x="227826" y="139544"/>
                      <a:pt x="227826" y="145239"/>
                    </a:cubicBezTo>
                    <a:cubicBezTo>
                      <a:pt x="230674" y="173718"/>
                      <a:pt x="227826" y="199348"/>
                      <a:pt x="219283" y="224978"/>
                    </a:cubicBezTo>
                    <a:cubicBezTo>
                      <a:pt x="210739" y="253457"/>
                      <a:pt x="162326" y="281935"/>
                      <a:pt x="122457" y="262000"/>
                    </a:cubicBezTo>
                    <a:cubicBezTo>
                      <a:pt x="108217" y="253457"/>
                      <a:pt x="93978" y="244913"/>
                      <a:pt x="85435" y="230674"/>
                    </a:cubicBezTo>
                    <a:cubicBezTo>
                      <a:pt x="68348" y="210739"/>
                      <a:pt x="51261" y="190804"/>
                      <a:pt x="34174" y="170870"/>
                    </a:cubicBezTo>
                    <a:cubicBezTo>
                      <a:pt x="11391" y="139544"/>
                      <a:pt x="5696" y="105370"/>
                      <a:pt x="2848" y="68348"/>
                    </a:cubicBezTo>
                    <a:cubicBezTo>
                      <a:pt x="2848" y="62652"/>
                      <a:pt x="2848" y="56957"/>
                      <a:pt x="2848" y="51261"/>
                    </a:cubicBezTo>
                    <a:cubicBezTo>
                      <a:pt x="2848" y="51261"/>
                      <a:pt x="2848" y="51261"/>
                      <a:pt x="0" y="51261"/>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6" name="Freeform 28"/>
              <p:cNvSpPr/>
              <p:nvPr/>
            </p:nvSpPr>
            <p:spPr>
              <a:xfrm>
                <a:off x="8502460" y="3122264"/>
                <a:ext cx="246693" cy="285139"/>
              </a:xfrm>
              <a:custGeom>
                <a:avLst/>
                <a:gdLst/>
                <a:ahLst/>
                <a:cxnLst/>
                <a:rect l="0" t="0" r="r" b="b"/>
                <a:pathLst>
                  <a:path w="246693" h="285139">
                    <a:moveTo>
                      <a:pt x="107751" y="285139"/>
                    </a:moveTo>
                    <a:cubicBezTo>
                      <a:pt x="96409" y="282288"/>
                      <a:pt x="87902" y="282288"/>
                      <a:pt x="76560" y="279436"/>
                    </a:cubicBezTo>
                    <a:cubicBezTo>
                      <a:pt x="68053" y="276585"/>
                      <a:pt x="62382" y="268031"/>
                      <a:pt x="62382" y="259476"/>
                    </a:cubicBezTo>
                    <a:cubicBezTo>
                      <a:pt x="65218" y="230963"/>
                      <a:pt x="56711" y="208151"/>
                      <a:pt x="48204" y="185340"/>
                    </a:cubicBezTo>
                    <a:cubicBezTo>
                      <a:pt x="31191" y="139718"/>
                      <a:pt x="11342" y="94096"/>
                      <a:pt x="2836" y="45622"/>
                    </a:cubicBezTo>
                    <a:cubicBezTo>
                      <a:pt x="0" y="34217"/>
                      <a:pt x="0" y="22811"/>
                      <a:pt x="0" y="11406"/>
                    </a:cubicBezTo>
                    <a:cubicBezTo>
                      <a:pt x="0" y="5703"/>
                      <a:pt x="5671" y="0"/>
                      <a:pt x="11342" y="0"/>
                    </a:cubicBezTo>
                    <a:cubicBezTo>
                      <a:pt x="19849" y="0"/>
                      <a:pt x="28356" y="0"/>
                      <a:pt x="34027" y="0"/>
                    </a:cubicBezTo>
                    <a:cubicBezTo>
                      <a:pt x="42533" y="2851"/>
                      <a:pt x="51040" y="5703"/>
                      <a:pt x="56711" y="11406"/>
                    </a:cubicBezTo>
                    <a:cubicBezTo>
                      <a:pt x="68053" y="19960"/>
                      <a:pt x="79395" y="25663"/>
                      <a:pt x="87902" y="34217"/>
                    </a:cubicBezTo>
                    <a:cubicBezTo>
                      <a:pt x="119093" y="62731"/>
                      <a:pt x="153120" y="88393"/>
                      <a:pt x="184311" y="116907"/>
                    </a:cubicBezTo>
                    <a:cubicBezTo>
                      <a:pt x="198489" y="128313"/>
                      <a:pt x="209831" y="145421"/>
                      <a:pt x="221173" y="159678"/>
                    </a:cubicBezTo>
                    <a:cubicBezTo>
                      <a:pt x="246693" y="196746"/>
                      <a:pt x="241022" y="222408"/>
                      <a:pt x="206995" y="248071"/>
                    </a:cubicBezTo>
                    <a:cubicBezTo>
                      <a:pt x="181475" y="270882"/>
                      <a:pt x="141778" y="285139"/>
                      <a:pt x="107751" y="285139"/>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sp>
            <p:nvSpPr>
              <p:cNvPr id="137" name="Freeform 36"/>
              <p:cNvSpPr/>
              <p:nvPr/>
            </p:nvSpPr>
            <p:spPr>
              <a:xfrm>
                <a:off x="9207298" y="2724992"/>
                <a:ext cx="128152" cy="246693"/>
              </a:xfrm>
              <a:custGeom>
                <a:avLst/>
                <a:gdLst/>
                <a:ahLst/>
                <a:cxnLst/>
                <a:rect l="0" t="0" r="r" b="b"/>
                <a:pathLst>
                  <a:path w="128152" h="246693">
                    <a:moveTo>
                      <a:pt x="17475" y="161626"/>
                    </a:moveTo>
                    <a:cubicBezTo>
                      <a:pt x="20388" y="110587"/>
                      <a:pt x="14563" y="65218"/>
                      <a:pt x="5825" y="22684"/>
                    </a:cubicBezTo>
                    <a:cubicBezTo>
                      <a:pt x="2913" y="17013"/>
                      <a:pt x="0" y="8507"/>
                      <a:pt x="8738" y="5671"/>
                    </a:cubicBezTo>
                    <a:cubicBezTo>
                      <a:pt x="14563" y="0"/>
                      <a:pt x="20388" y="0"/>
                      <a:pt x="29125" y="5671"/>
                    </a:cubicBezTo>
                    <a:cubicBezTo>
                      <a:pt x="34951" y="8507"/>
                      <a:pt x="40776" y="11342"/>
                      <a:pt x="43688" y="17013"/>
                    </a:cubicBezTo>
                    <a:cubicBezTo>
                      <a:pt x="58251" y="31191"/>
                      <a:pt x="72814" y="48204"/>
                      <a:pt x="84464" y="62382"/>
                    </a:cubicBezTo>
                    <a:cubicBezTo>
                      <a:pt x="96114" y="76560"/>
                      <a:pt x="104852" y="90738"/>
                      <a:pt x="113589" y="102080"/>
                    </a:cubicBezTo>
                    <a:cubicBezTo>
                      <a:pt x="122327" y="116258"/>
                      <a:pt x="128152" y="130435"/>
                      <a:pt x="125239" y="147449"/>
                    </a:cubicBezTo>
                    <a:cubicBezTo>
                      <a:pt x="122327" y="167298"/>
                      <a:pt x="119414" y="189982"/>
                      <a:pt x="110677" y="209831"/>
                    </a:cubicBezTo>
                    <a:cubicBezTo>
                      <a:pt x="96114" y="235351"/>
                      <a:pt x="78639" y="246693"/>
                      <a:pt x="46601" y="246693"/>
                    </a:cubicBezTo>
                    <a:cubicBezTo>
                      <a:pt x="34951" y="246693"/>
                      <a:pt x="29125" y="241022"/>
                      <a:pt x="23300" y="229680"/>
                    </a:cubicBezTo>
                    <a:cubicBezTo>
                      <a:pt x="17475" y="215502"/>
                      <a:pt x="17475" y="201324"/>
                      <a:pt x="17475" y="184311"/>
                    </a:cubicBezTo>
                    <a:cubicBezTo>
                      <a:pt x="17475" y="175804"/>
                      <a:pt x="17475" y="167298"/>
                      <a:pt x="17475" y="161626"/>
                    </a:cubicBezTo>
                    <a:close/>
                  </a:path>
                </a:pathLst>
              </a:custGeom>
              <a:grpFill/>
              <a:ln>
                <a:noFill/>
              </a:ln>
            </p:spPr>
            <p:txBody>
              <a:bodyPr vert="horz" wrap="square" lIns="91440" tIns="45720" rIns="91440" bIns="45720" numCol="1" anchor="t" anchorCtr="0"/>
              <a:lstStyle/>
              <a:p>
                <a:pPr marL="0" lvl="0" indent="0" algn="l" defTabSz="914400">
                  <a:lnSpc>
                    <a:spcPct val="100000"/>
                  </a:lnSpc>
                  <a:spcBef>
                    <a:spcPts val="0"/>
                  </a:spcBef>
                  <a:spcAft>
                    <a:spcPts val="0"/>
                  </a:spcAft>
                  <a:buClrTx/>
                  <a:buSzTx/>
                  <a:buFontTx/>
                  <a:buNone/>
                </a:pPr>
                <a:endParaRPr lang="zh-CN" sz="1800" b="0" i="0" u="none" strike="noStrike" kern="1200" spc="0" baseline="0">
                  <a:solidFill>
                    <a:srgbClr val="000000"/>
                  </a:solidFill>
                  <a:latin typeface="Arial" panose="020B0604020202020204"/>
                  <a:ea typeface="微软雅黑" panose="020B0503020204020204" charset="-122"/>
                </a:endParaRPr>
              </a:p>
            </p:txBody>
          </p:sp>
        </p:grpSp>
        <p:sp>
          <p:nvSpPr>
            <p:cNvPr id="102" name="组合 101"/>
            <p:cNvSpPr/>
            <p:nvPr/>
          </p:nvSpPr>
          <p:spPr>
            <a:xfrm>
              <a:off x="9556201" y="498129"/>
              <a:ext cx="588050" cy="586680"/>
            </a:xfrm>
            <a:custGeom>
              <a:avLst/>
              <a:gdLst/>
              <a:ahLst/>
              <a:cxnLst/>
              <a:rect l="0" t="0" r="r" b="b"/>
              <a:pathLst>
                <a:path w="6748090" h="6732364">
                  <a:moveTo>
                    <a:pt x="0" y="3250829"/>
                  </a:moveTo>
                  <a:cubicBezTo>
                    <a:pt x="0" y="3222865"/>
                    <a:pt x="6993" y="3194901"/>
                    <a:pt x="6993" y="3166937"/>
                  </a:cubicBezTo>
                  <a:cubicBezTo>
                    <a:pt x="20979" y="3006143"/>
                    <a:pt x="41957" y="2845350"/>
                    <a:pt x="69928" y="2684556"/>
                  </a:cubicBezTo>
                  <a:cubicBezTo>
                    <a:pt x="132864" y="2404915"/>
                    <a:pt x="223771" y="2139256"/>
                    <a:pt x="349642" y="1880587"/>
                  </a:cubicBezTo>
                  <a:cubicBezTo>
                    <a:pt x="622363" y="1328296"/>
                    <a:pt x="1020955" y="887861"/>
                    <a:pt x="1538425" y="545300"/>
                  </a:cubicBezTo>
                  <a:cubicBezTo>
                    <a:pt x="1853102" y="335569"/>
                    <a:pt x="2202744" y="188758"/>
                    <a:pt x="2573365" y="97874"/>
                  </a:cubicBezTo>
                  <a:cubicBezTo>
                    <a:pt x="2783150" y="41946"/>
                    <a:pt x="2999928" y="13982"/>
                    <a:pt x="3209713" y="6991"/>
                  </a:cubicBezTo>
                  <a:cubicBezTo>
                    <a:pt x="3223699" y="6991"/>
                    <a:pt x="3237685" y="0"/>
                    <a:pt x="3251670" y="0"/>
                  </a:cubicBezTo>
                  <a:cubicBezTo>
                    <a:pt x="3328592" y="0"/>
                    <a:pt x="3405513" y="0"/>
                    <a:pt x="3482434" y="0"/>
                  </a:cubicBezTo>
                  <a:cubicBezTo>
                    <a:pt x="3496420" y="0"/>
                    <a:pt x="3503413" y="6991"/>
                    <a:pt x="3517398" y="6991"/>
                  </a:cubicBezTo>
                  <a:cubicBezTo>
                    <a:pt x="4139761" y="34955"/>
                    <a:pt x="4706181" y="216722"/>
                    <a:pt x="5216658" y="559282"/>
                  </a:cubicBezTo>
                  <a:cubicBezTo>
                    <a:pt x="5880978" y="999717"/>
                    <a:pt x="6335512" y="1600946"/>
                    <a:pt x="6580262" y="2362969"/>
                  </a:cubicBezTo>
                  <a:cubicBezTo>
                    <a:pt x="6657183" y="2607655"/>
                    <a:pt x="6706133" y="2866323"/>
                    <a:pt x="6727111" y="3124991"/>
                  </a:cubicBezTo>
                  <a:cubicBezTo>
                    <a:pt x="6748090" y="3516489"/>
                    <a:pt x="6713126" y="3900995"/>
                    <a:pt x="6608233" y="4278511"/>
                  </a:cubicBezTo>
                  <a:cubicBezTo>
                    <a:pt x="6482362" y="4711955"/>
                    <a:pt x="6272577" y="5110444"/>
                    <a:pt x="5992863" y="5466986"/>
                  </a:cubicBezTo>
                  <a:cubicBezTo>
                    <a:pt x="5727135" y="5795565"/>
                    <a:pt x="5412458" y="6061224"/>
                    <a:pt x="5048830" y="6270955"/>
                  </a:cubicBezTo>
                  <a:cubicBezTo>
                    <a:pt x="4748138" y="6452722"/>
                    <a:pt x="4426467" y="6571569"/>
                    <a:pt x="4083818" y="6648471"/>
                  </a:cubicBezTo>
                  <a:cubicBezTo>
                    <a:pt x="3895012" y="6690417"/>
                    <a:pt x="3706205" y="6711390"/>
                    <a:pt x="3510405" y="6725372"/>
                  </a:cubicBezTo>
                  <a:cubicBezTo>
                    <a:pt x="3496420" y="6725372"/>
                    <a:pt x="3482434" y="6725372"/>
                    <a:pt x="3475441" y="6732363"/>
                  </a:cubicBezTo>
                  <a:cubicBezTo>
                    <a:pt x="3405513" y="6732363"/>
                    <a:pt x="3328592" y="6732363"/>
                    <a:pt x="3258663" y="6732363"/>
                  </a:cubicBezTo>
                  <a:cubicBezTo>
                    <a:pt x="3216706" y="6725372"/>
                    <a:pt x="3181742" y="6718381"/>
                    <a:pt x="3139785" y="6718381"/>
                  </a:cubicBezTo>
                  <a:cubicBezTo>
                    <a:pt x="2860071" y="6697408"/>
                    <a:pt x="2587351" y="6648471"/>
                    <a:pt x="2321623" y="6557587"/>
                  </a:cubicBezTo>
                  <a:cubicBezTo>
                    <a:pt x="1440525" y="6256973"/>
                    <a:pt x="783198" y="5690699"/>
                    <a:pt x="356635" y="4858767"/>
                  </a:cubicBezTo>
                  <a:cubicBezTo>
                    <a:pt x="209785" y="4572134"/>
                    <a:pt x="111885" y="4264529"/>
                    <a:pt x="55943" y="3942942"/>
                  </a:cubicBezTo>
                  <a:cubicBezTo>
                    <a:pt x="27971" y="3817103"/>
                    <a:pt x="13986" y="3691264"/>
                    <a:pt x="6993" y="3565426"/>
                  </a:cubicBezTo>
                  <a:cubicBezTo>
                    <a:pt x="6993" y="3537462"/>
                    <a:pt x="0" y="3502507"/>
                    <a:pt x="0" y="3474542"/>
                  </a:cubicBezTo>
                  <a:cubicBezTo>
                    <a:pt x="0" y="3397641"/>
                    <a:pt x="0" y="3320740"/>
                    <a:pt x="0" y="3250829"/>
                  </a:cubicBezTo>
                  <a:close/>
                  <a:moveTo>
                    <a:pt x="3363556" y="6613515"/>
                  </a:moveTo>
                  <a:cubicBezTo>
                    <a:pt x="5160715" y="6613515"/>
                    <a:pt x="6615226" y="5145399"/>
                    <a:pt x="6615226" y="3362686"/>
                  </a:cubicBezTo>
                  <a:cubicBezTo>
                    <a:pt x="6622219" y="1593955"/>
                    <a:pt x="5174701" y="118848"/>
                    <a:pt x="3370549" y="118848"/>
                  </a:cubicBezTo>
                  <a:cubicBezTo>
                    <a:pt x="1580382" y="111856"/>
                    <a:pt x="118878" y="1572982"/>
                    <a:pt x="118878" y="3355695"/>
                  </a:cubicBezTo>
                  <a:cubicBezTo>
                    <a:pt x="111885" y="5145399"/>
                    <a:pt x="1573389" y="6606524"/>
                    <a:pt x="3363556" y="6613515"/>
                  </a:cubicBezTo>
                  <a:close/>
                </a:path>
                <a:path w="6748090" h="6732364">
                  <a:moveTo>
                    <a:pt x="5859355" y="3361811"/>
                  </a:moveTo>
                  <a:cubicBezTo>
                    <a:pt x="5859355" y="4732052"/>
                    <a:pt x="4739021" y="5843626"/>
                    <a:pt x="3366611" y="5843626"/>
                  </a:cubicBezTo>
                  <a:cubicBezTo>
                    <a:pt x="1994201" y="5843626"/>
                    <a:pt x="887871" y="4725061"/>
                    <a:pt x="880869" y="3368802"/>
                  </a:cubicBezTo>
                  <a:cubicBezTo>
                    <a:pt x="880869" y="2005551"/>
                    <a:pt x="1987199" y="886986"/>
                    <a:pt x="3359609" y="879995"/>
                  </a:cubicBezTo>
                  <a:cubicBezTo>
                    <a:pt x="4739021" y="873004"/>
                    <a:pt x="5859355" y="1984578"/>
                    <a:pt x="5859355" y="3361811"/>
                  </a:cubicBezTo>
                  <a:close/>
                  <a:moveTo>
                    <a:pt x="3366611" y="5766725"/>
                  </a:moveTo>
                  <a:cubicBezTo>
                    <a:pt x="4697008" y="5773716"/>
                    <a:pt x="5782332" y="4690106"/>
                    <a:pt x="5782332" y="3361811"/>
                  </a:cubicBezTo>
                  <a:cubicBezTo>
                    <a:pt x="5782332" y="2033515"/>
                    <a:pt x="4697008" y="956896"/>
                    <a:pt x="3366611" y="956896"/>
                  </a:cubicBezTo>
                  <a:cubicBezTo>
                    <a:pt x="2043216" y="956896"/>
                    <a:pt x="957892" y="2033515"/>
                    <a:pt x="957892" y="3361811"/>
                  </a:cubicBezTo>
                  <a:cubicBezTo>
                    <a:pt x="957892" y="4683115"/>
                    <a:pt x="2043216" y="5766725"/>
                    <a:pt x="3366611" y="5766725"/>
                  </a:cubicBezTo>
                  <a:close/>
                </a:path>
                <a:path w="6748090" h="6732364">
                  <a:moveTo>
                    <a:pt x="5661040" y="1656651"/>
                  </a:moveTo>
                  <a:cubicBezTo>
                    <a:pt x="5626196" y="1691792"/>
                    <a:pt x="5584382" y="1719905"/>
                    <a:pt x="5549538" y="1755046"/>
                  </a:cubicBezTo>
                  <a:cubicBezTo>
                    <a:pt x="5528631" y="1769102"/>
                    <a:pt x="5528631" y="1790187"/>
                    <a:pt x="5535600" y="1804243"/>
                  </a:cubicBezTo>
                  <a:cubicBezTo>
                    <a:pt x="5542569" y="1818300"/>
                    <a:pt x="5542569" y="1825328"/>
                    <a:pt x="5542569" y="1832356"/>
                  </a:cubicBezTo>
                  <a:cubicBezTo>
                    <a:pt x="5521662" y="1825328"/>
                    <a:pt x="5424098" y="1698820"/>
                    <a:pt x="5403191" y="1649623"/>
                  </a:cubicBezTo>
                  <a:cubicBezTo>
                    <a:pt x="5417129" y="1656651"/>
                    <a:pt x="5417129" y="1656651"/>
                    <a:pt x="5424098" y="1663679"/>
                  </a:cubicBezTo>
                  <a:cubicBezTo>
                    <a:pt x="5451973" y="1677735"/>
                    <a:pt x="5465911" y="1677735"/>
                    <a:pt x="5486818" y="1663679"/>
                  </a:cubicBezTo>
                  <a:cubicBezTo>
                    <a:pt x="5570445" y="1593397"/>
                    <a:pt x="5654071" y="1523115"/>
                    <a:pt x="5737698" y="1452833"/>
                  </a:cubicBezTo>
                  <a:cubicBezTo>
                    <a:pt x="5765574" y="1431748"/>
                    <a:pt x="5765574" y="1417691"/>
                    <a:pt x="5751636" y="1382550"/>
                  </a:cubicBezTo>
                  <a:cubicBezTo>
                    <a:pt x="5751636" y="1375522"/>
                    <a:pt x="5751636" y="1375522"/>
                    <a:pt x="5751636" y="1368494"/>
                  </a:cubicBezTo>
                  <a:cubicBezTo>
                    <a:pt x="5758605" y="1375522"/>
                    <a:pt x="5765574" y="1375522"/>
                    <a:pt x="5765574" y="1382550"/>
                  </a:cubicBezTo>
                  <a:cubicBezTo>
                    <a:pt x="5807387" y="1438776"/>
                    <a:pt x="5849201" y="1495002"/>
                    <a:pt x="5891014" y="1551228"/>
                  </a:cubicBezTo>
                  <a:cubicBezTo>
                    <a:pt x="5911921" y="1579340"/>
                    <a:pt x="5925858" y="1614481"/>
                    <a:pt x="5939796" y="1649623"/>
                  </a:cubicBezTo>
                  <a:cubicBezTo>
                    <a:pt x="5953734" y="1684764"/>
                    <a:pt x="5953734" y="1719905"/>
                    <a:pt x="5925858" y="1748017"/>
                  </a:cubicBezTo>
                  <a:cubicBezTo>
                    <a:pt x="5897983" y="1790187"/>
                    <a:pt x="5849201" y="1804243"/>
                    <a:pt x="5800418" y="1783159"/>
                  </a:cubicBezTo>
                  <a:cubicBezTo>
                    <a:pt x="5786480" y="1776130"/>
                    <a:pt x="5772543" y="1769102"/>
                    <a:pt x="5751636" y="1762074"/>
                  </a:cubicBezTo>
                  <a:cubicBezTo>
                    <a:pt x="5730729" y="1853441"/>
                    <a:pt x="5695885" y="1937779"/>
                    <a:pt x="5681947" y="2029146"/>
                  </a:cubicBezTo>
                  <a:cubicBezTo>
                    <a:pt x="5681947" y="2029146"/>
                    <a:pt x="5674978" y="2022118"/>
                    <a:pt x="5668009" y="2015090"/>
                  </a:cubicBezTo>
                  <a:cubicBezTo>
                    <a:pt x="5654071" y="1994005"/>
                    <a:pt x="5633165" y="1965892"/>
                    <a:pt x="5619227" y="1944807"/>
                  </a:cubicBezTo>
                  <a:cubicBezTo>
                    <a:pt x="5605289" y="1930751"/>
                    <a:pt x="5605289" y="1916695"/>
                    <a:pt x="5605289" y="1895610"/>
                  </a:cubicBezTo>
                  <a:cubicBezTo>
                    <a:pt x="5633165" y="1832356"/>
                    <a:pt x="5654071" y="1762074"/>
                    <a:pt x="5668009" y="1698820"/>
                  </a:cubicBezTo>
                  <a:cubicBezTo>
                    <a:pt x="5674978" y="1684764"/>
                    <a:pt x="5681947" y="1670707"/>
                    <a:pt x="5661040" y="1656651"/>
                  </a:cubicBezTo>
                  <a:close/>
                  <a:moveTo>
                    <a:pt x="5681947" y="1642594"/>
                  </a:moveTo>
                  <a:cubicBezTo>
                    <a:pt x="5695885" y="1656651"/>
                    <a:pt x="5702854" y="1670707"/>
                    <a:pt x="5716791" y="1684764"/>
                  </a:cubicBezTo>
                  <a:cubicBezTo>
                    <a:pt x="5751636" y="1719905"/>
                    <a:pt x="5786480" y="1719905"/>
                    <a:pt x="5828294" y="1684764"/>
                  </a:cubicBezTo>
                  <a:cubicBezTo>
                    <a:pt x="5842232" y="1684764"/>
                    <a:pt x="5849201" y="1677735"/>
                    <a:pt x="5856169" y="1670707"/>
                  </a:cubicBezTo>
                  <a:cubicBezTo>
                    <a:pt x="5897983" y="1628538"/>
                    <a:pt x="5897983" y="1586369"/>
                    <a:pt x="5856169" y="1537171"/>
                  </a:cubicBezTo>
                  <a:cubicBezTo>
                    <a:pt x="5842232" y="1523115"/>
                    <a:pt x="5835263" y="1516086"/>
                    <a:pt x="5814356" y="1537171"/>
                  </a:cubicBezTo>
                  <a:cubicBezTo>
                    <a:pt x="5779512" y="1558256"/>
                    <a:pt x="5751636" y="1586369"/>
                    <a:pt x="5716791" y="1614481"/>
                  </a:cubicBezTo>
                  <a:cubicBezTo>
                    <a:pt x="5709823" y="1621510"/>
                    <a:pt x="5695885" y="1635566"/>
                    <a:pt x="5681947" y="1642594"/>
                  </a:cubicBezTo>
                  <a:close/>
                </a:path>
                <a:path w="6748090" h="6732364">
                  <a:moveTo>
                    <a:pt x="267407" y="3100348"/>
                  </a:moveTo>
                  <a:cubicBezTo>
                    <a:pt x="281274" y="3022485"/>
                    <a:pt x="295141" y="2951701"/>
                    <a:pt x="302075" y="2873838"/>
                  </a:cubicBezTo>
                  <a:cubicBezTo>
                    <a:pt x="309008" y="2873838"/>
                    <a:pt x="309008" y="2873838"/>
                    <a:pt x="315942" y="2873838"/>
                  </a:cubicBezTo>
                  <a:cubicBezTo>
                    <a:pt x="315942" y="2880917"/>
                    <a:pt x="315942" y="2887995"/>
                    <a:pt x="315942" y="2895074"/>
                  </a:cubicBezTo>
                  <a:cubicBezTo>
                    <a:pt x="322875" y="2923387"/>
                    <a:pt x="329809" y="2937544"/>
                    <a:pt x="357543" y="2944623"/>
                  </a:cubicBezTo>
                  <a:cubicBezTo>
                    <a:pt x="406078" y="2958779"/>
                    <a:pt x="454613" y="2965858"/>
                    <a:pt x="510081" y="2972936"/>
                  </a:cubicBezTo>
                  <a:cubicBezTo>
                    <a:pt x="503147" y="2965858"/>
                    <a:pt x="503147" y="2958779"/>
                    <a:pt x="496214" y="2951701"/>
                  </a:cubicBezTo>
                  <a:cubicBezTo>
                    <a:pt x="461546" y="2895074"/>
                    <a:pt x="426878" y="2845525"/>
                    <a:pt x="392211" y="2788897"/>
                  </a:cubicBezTo>
                  <a:cubicBezTo>
                    <a:pt x="392211" y="2788897"/>
                    <a:pt x="385277" y="2781819"/>
                    <a:pt x="385277" y="2774740"/>
                  </a:cubicBezTo>
                  <a:cubicBezTo>
                    <a:pt x="364477" y="2753505"/>
                    <a:pt x="350609" y="2760584"/>
                    <a:pt x="336742" y="2781819"/>
                  </a:cubicBezTo>
                  <a:cubicBezTo>
                    <a:pt x="336742" y="2795976"/>
                    <a:pt x="329809" y="2803054"/>
                    <a:pt x="322875" y="2824289"/>
                  </a:cubicBezTo>
                  <a:cubicBezTo>
                    <a:pt x="315942" y="2788897"/>
                    <a:pt x="336742" y="2647329"/>
                    <a:pt x="350609" y="2619015"/>
                  </a:cubicBezTo>
                  <a:cubicBezTo>
                    <a:pt x="357543" y="2619015"/>
                    <a:pt x="357543" y="2626093"/>
                    <a:pt x="357543" y="2626093"/>
                  </a:cubicBezTo>
                  <a:cubicBezTo>
                    <a:pt x="357543" y="2675642"/>
                    <a:pt x="378344" y="2718113"/>
                    <a:pt x="399144" y="2753505"/>
                  </a:cubicBezTo>
                  <a:cubicBezTo>
                    <a:pt x="419945" y="2795976"/>
                    <a:pt x="447679" y="2831368"/>
                    <a:pt x="468480" y="2866760"/>
                  </a:cubicBezTo>
                  <a:cubicBezTo>
                    <a:pt x="482347" y="2866760"/>
                    <a:pt x="489280" y="2859681"/>
                    <a:pt x="496214" y="2859681"/>
                  </a:cubicBezTo>
                  <a:cubicBezTo>
                    <a:pt x="579416" y="2810132"/>
                    <a:pt x="662619" y="2760584"/>
                    <a:pt x="745821" y="2711035"/>
                  </a:cubicBezTo>
                  <a:cubicBezTo>
                    <a:pt x="759688" y="2703956"/>
                    <a:pt x="773555" y="2689799"/>
                    <a:pt x="787422" y="2675642"/>
                  </a:cubicBezTo>
                  <a:cubicBezTo>
                    <a:pt x="794356" y="2703956"/>
                    <a:pt x="780489" y="2725191"/>
                    <a:pt x="780489" y="2746427"/>
                  </a:cubicBezTo>
                  <a:cubicBezTo>
                    <a:pt x="773555" y="2774740"/>
                    <a:pt x="773555" y="2803054"/>
                    <a:pt x="766622" y="2831368"/>
                  </a:cubicBezTo>
                  <a:cubicBezTo>
                    <a:pt x="759688" y="2852603"/>
                    <a:pt x="759688" y="2880917"/>
                    <a:pt x="752755" y="2902152"/>
                  </a:cubicBezTo>
                  <a:cubicBezTo>
                    <a:pt x="745821" y="2902152"/>
                    <a:pt x="745821" y="2902152"/>
                    <a:pt x="745821" y="2902152"/>
                  </a:cubicBezTo>
                  <a:cubicBezTo>
                    <a:pt x="738888" y="2887995"/>
                    <a:pt x="738888" y="2866760"/>
                    <a:pt x="738888" y="2845525"/>
                  </a:cubicBezTo>
                  <a:cubicBezTo>
                    <a:pt x="725021" y="2845525"/>
                    <a:pt x="718087" y="2852603"/>
                    <a:pt x="711154" y="2852603"/>
                  </a:cubicBezTo>
                  <a:cubicBezTo>
                    <a:pt x="648752" y="2887995"/>
                    <a:pt x="593283" y="2923387"/>
                    <a:pt x="537815" y="2958779"/>
                  </a:cubicBezTo>
                  <a:cubicBezTo>
                    <a:pt x="537815" y="2972936"/>
                    <a:pt x="544749" y="2980015"/>
                    <a:pt x="558616" y="2980015"/>
                  </a:cubicBezTo>
                  <a:cubicBezTo>
                    <a:pt x="600217" y="2994172"/>
                    <a:pt x="641818" y="3001250"/>
                    <a:pt x="683419" y="3008328"/>
                  </a:cubicBezTo>
                  <a:cubicBezTo>
                    <a:pt x="704220" y="3008328"/>
                    <a:pt x="711154" y="3001250"/>
                    <a:pt x="725021" y="2980015"/>
                  </a:cubicBezTo>
                  <a:cubicBezTo>
                    <a:pt x="725021" y="2972936"/>
                    <a:pt x="731954" y="2965858"/>
                    <a:pt x="738888" y="2958779"/>
                  </a:cubicBezTo>
                  <a:cubicBezTo>
                    <a:pt x="731954" y="3029564"/>
                    <a:pt x="718087" y="3107426"/>
                    <a:pt x="704220" y="3185289"/>
                  </a:cubicBezTo>
                  <a:cubicBezTo>
                    <a:pt x="704220" y="3185289"/>
                    <a:pt x="704220" y="3185289"/>
                    <a:pt x="697286" y="3185289"/>
                  </a:cubicBezTo>
                  <a:cubicBezTo>
                    <a:pt x="697286" y="3178211"/>
                    <a:pt x="697286" y="3171132"/>
                    <a:pt x="697286" y="3164054"/>
                  </a:cubicBezTo>
                  <a:cubicBezTo>
                    <a:pt x="690353" y="3128662"/>
                    <a:pt x="683419" y="3121583"/>
                    <a:pt x="648752" y="3114505"/>
                  </a:cubicBezTo>
                  <a:cubicBezTo>
                    <a:pt x="544749" y="3093269"/>
                    <a:pt x="447679" y="3072034"/>
                    <a:pt x="343676" y="3057877"/>
                  </a:cubicBezTo>
                  <a:cubicBezTo>
                    <a:pt x="309008" y="3050799"/>
                    <a:pt x="302075" y="3057877"/>
                    <a:pt x="288208" y="3086191"/>
                  </a:cubicBezTo>
                  <a:cubicBezTo>
                    <a:pt x="281274" y="3093269"/>
                    <a:pt x="281274" y="3100348"/>
                    <a:pt x="274341" y="3100348"/>
                  </a:cubicBezTo>
                  <a:cubicBezTo>
                    <a:pt x="274341" y="3100348"/>
                    <a:pt x="274341" y="3100348"/>
                    <a:pt x="267407" y="3100348"/>
                  </a:cubicBezTo>
                  <a:close/>
                </a:path>
                <a:path w="6748090" h="6732364">
                  <a:moveTo>
                    <a:pt x="5311210" y="1070984"/>
                  </a:moveTo>
                  <a:cubicBezTo>
                    <a:pt x="5304208" y="1099189"/>
                    <a:pt x="5206184" y="1247267"/>
                    <a:pt x="5178178" y="1268420"/>
                  </a:cubicBezTo>
                  <a:cubicBezTo>
                    <a:pt x="5185179" y="1247267"/>
                    <a:pt x="5185179" y="1233164"/>
                    <a:pt x="5192181" y="1226113"/>
                  </a:cubicBezTo>
                  <a:cubicBezTo>
                    <a:pt x="5206184" y="1176754"/>
                    <a:pt x="5192181" y="1134446"/>
                    <a:pt x="5143169" y="1106241"/>
                  </a:cubicBezTo>
                  <a:cubicBezTo>
                    <a:pt x="5143169" y="1106241"/>
                    <a:pt x="5136168" y="1113292"/>
                    <a:pt x="5136168" y="1120343"/>
                  </a:cubicBezTo>
                  <a:cubicBezTo>
                    <a:pt x="5108161" y="1162651"/>
                    <a:pt x="5080154" y="1197907"/>
                    <a:pt x="5052147" y="1240215"/>
                  </a:cubicBezTo>
                  <a:cubicBezTo>
                    <a:pt x="5038144" y="1261369"/>
                    <a:pt x="5038144" y="1275472"/>
                    <a:pt x="5059149" y="1289574"/>
                  </a:cubicBezTo>
                  <a:cubicBezTo>
                    <a:pt x="5115163" y="1345985"/>
                    <a:pt x="5178178" y="1374190"/>
                    <a:pt x="5262198" y="1331882"/>
                  </a:cubicBezTo>
                  <a:cubicBezTo>
                    <a:pt x="5276201" y="1324831"/>
                    <a:pt x="5276201" y="1324831"/>
                    <a:pt x="5297206" y="1324831"/>
                  </a:cubicBezTo>
                  <a:cubicBezTo>
                    <a:pt x="5283203" y="1345985"/>
                    <a:pt x="5234191" y="1402395"/>
                    <a:pt x="5199183" y="1423549"/>
                  </a:cubicBezTo>
                  <a:cubicBezTo>
                    <a:pt x="5136168" y="1388293"/>
                    <a:pt x="4898110" y="1204959"/>
                    <a:pt x="4884107" y="1176754"/>
                  </a:cubicBezTo>
                  <a:cubicBezTo>
                    <a:pt x="4898110" y="1183805"/>
                    <a:pt x="4905112" y="1183805"/>
                    <a:pt x="4912114" y="1190856"/>
                  </a:cubicBezTo>
                  <a:cubicBezTo>
                    <a:pt x="4940120" y="1197907"/>
                    <a:pt x="4954124" y="1190856"/>
                    <a:pt x="4968127" y="1169702"/>
                  </a:cubicBezTo>
                  <a:cubicBezTo>
                    <a:pt x="5031142" y="1078035"/>
                    <a:pt x="5094157" y="986368"/>
                    <a:pt x="5157173" y="894702"/>
                  </a:cubicBezTo>
                  <a:cubicBezTo>
                    <a:pt x="5178178" y="866496"/>
                    <a:pt x="5171176" y="852394"/>
                    <a:pt x="5157173" y="831240"/>
                  </a:cubicBezTo>
                  <a:cubicBezTo>
                    <a:pt x="5150171" y="824189"/>
                    <a:pt x="5150171" y="817137"/>
                    <a:pt x="5143169" y="810086"/>
                  </a:cubicBezTo>
                  <a:cubicBezTo>
                    <a:pt x="5164174" y="817137"/>
                    <a:pt x="5416235" y="1000471"/>
                    <a:pt x="5458245" y="1042779"/>
                  </a:cubicBezTo>
                  <a:cubicBezTo>
                    <a:pt x="5437240" y="1078035"/>
                    <a:pt x="5395230" y="1134446"/>
                    <a:pt x="5374225" y="1148548"/>
                  </a:cubicBezTo>
                  <a:cubicBezTo>
                    <a:pt x="5374225" y="1141497"/>
                    <a:pt x="5374225" y="1134446"/>
                    <a:pt x="5374225" y="1134446"/>
                  </a:cubicBezTo>
                  <a:cubicBezTo>
                    <a:pt x="5402232" y="1063933"/>
                    <a:pt x="5388228" y="1021625"/>
                    <a:pt x="5339216" y="979317"/>
                  </a:cubicBezTo>
                  <a:cubicBezTo>
                    <a:pt x="5325213" y="965215"/>
                    <a:pt x="5311210" y="951112"/>
                    <a:pt x="5290205" y="944061"/>
                  </a:cubicBezTo>
                  <a:cubicBezTo>
                    <a:pt x="5276201" y="929958"/>
                    <a:pt x="5262198" y="937009"/>
                    <a:pt x="5255196" y="951112"/>
                  </a:cubicBezTo>
                  <a:cubicBezTo>
                    <a:pt x="5227189" y="986368"/>
                    <a:pt x="5199183" y="1021625"/>
                    <a:pt x="5171176" y="1063933"/>
                  </a:cubicBezTo>
                  <a:cubicBezTo>
                    <a:pt x="5171176" y="1070984"/>
                    <a:pt x="5164174" y="1078035"/>
                    <a:pt x="5164174" y="1085087"/>
                  </a:cubicBezTo>
                  <a:cubicBezTo>
                    <a:pt x="5185179" y="1106241"/>
                    <a:pt x="5206184" y="1120343"/>
                    <a:pt x="5241193" y="1113292"/>
                  </a:cubicBezTo>
                  <a:cubicBezTo>
                    <a:pt x="5262198" y="1106241"/>
                    <a:pt x="5290205" y="1085087"/>
                    <a:pt x="5311210" y="1070984"/>
                  </a:cubicBezTo>
                  <a:close/>
                </a:path>
                <a:path w="6748090" h="6732364">
                  <a:moveTo>
                    <a:pt x="609364" y="3638678"/>
                  </a:moveTo>
                  <a:cubicBezTo>
                    <a:pt x="574471" y="3652557"/>
                    <a:pt x="539577" y="3666436"/>
                    <a:pt x="525620" y="3701134"/>
                  </a:cubicBezTo>
                  <a:cubicBezTo>
                    <a:pt x="518641" y="3721953"/>
                    <a:pt x="518641" y="3742772"/>
                    <a:pt x="532598" y="3770531"/>
                  </a:cubicBezTo>
                  <a:cubicBezTo>
                    <a:pt x="546556" y="3763591"/>
                    <a:pt x="560513" y="3763591"/>
                    <a:pt x="574471" y="3763591"/>
                  </a:cubicBezTo>
                  <a:cubicBezTo>
                    <a:pt x="609364" y="3756651"/>
                    <a:pt x="644258" y="3749712"/>
                    <a:pt x="686130" y="3749712"/>
                  </a:cubicBezTo>
                  <a:cubicBezTo>
                    <a:pt x="707066" y="3742772"/>
                    <a:pt x="714045" y="3735833"/>
                    <a:pt x="721024" y="3708074"/>
                  </a:cubicBezTo>
                  <a:cubicBezTo>
                    <a:pt x="721024" y="3624798"/>
                    <a:pt x="679151" y="3555402"/>
                    <a:pt x="602385" y="3527644"/>
                  </a:cubicBezTo>
                  <a:cubicBezTo>
                    <a:pt x="595407" y="3520704"/>
                    <a:pt x="581449" y="3520704"/>
                    <a:pt x="574471" y="3499885"/>
                  </a:cubicBezTo>
                  <a:cubicBezTo>
                    <a:pt x="623322" y="3499885"/>
                    <a:pt x="665194" y="3506825"/>
                    <a:pt x="707066" y="3506825"/>
                  </a:cubicBezTo>
                  <a:cubicBezTo>
                    <a:pt x="721024" y="3534583"/>
                    <a:pt x="762896" y="3874625"/>
                    <a:pt x="755917" y="3909323"/>
                  </a:cubicBezTo>
                  <a:cubicBezTo>
                    <a:pt x="748939" y="3895444"/>
                    <a:pt x="748939" y="3888504"/>
                    <a:pt x="741960" y="3881565"/>
                  </a:cubicBezTo>
                  <a:cubicBezTo>
                    <a:pt x="734981" y="3860746"/>
                    <a:pt x="721024" y="3853806"/>
                    <a:pt x="700088" y="3853806"/>
                  </a:cubicBezTo>
                  <a:cubicBezTo>
                    <a:pt x="588428" y="3867686"/>
                    <a:pt x="483747" y="3881565"/>
                    <a:pt x="379066" y="3902384"/>
                  </a:cubicBezTo>
                  <a:cubicBezTo>
                    <a:pt x="351152" y="3902384"/>
                    <a:pt x="337194" y="3916263"/>
                    <a:pt x="330215" y="3950961"/>
                  </a:cubicBezTo>
                  <a:cubicBezTo>
                    <a:pt x="330215" y="3957901"/>
                    <a:pt x="330215" y="3964840"/>
                    <a:pt x="330215" y="3971780"/>
                  </a:cubicBezTo>
                  <a:cubicBezTo>
                    <a:pt x="316258" y="3950961"/>
                    <a:pt x="267407" y="3617859"/>
                    <a:pt x="274386" y="3576221"/>
                  </a:cubicBezTo>
                  <a:cubicBezTo>
                    <a:pt x="316258" y="3569281"/>
                    <a:pt x="351152" y="3562342"/>
                    <a:pt x="393024" y="3562342"/>
                  </a:cubicBezTo>
                  <a:cubicBezTo>
                    <a:pt x="393024" y="3562342"/>
                    <a:pt x="400003" y="3562342"/>
                    <a:pt x="400003" y="3569281"/>
                  </a:cubicBezTo>
                  <a:cubicBezTo>
                    <a:pt x="393024" y="3569281"/>
                    <a:pt x="393024" y="3576221"/>
                    <a:pt x="386045" y="3576221"/>
                  </a:cubicBezTo>
                  <a:cubicBezTo>
                    <a:pt x="323237" y="3597040"/>
                    <a:pt x="302301" y="3645617"/>
                    <a:pt x="309279" y="3708074"/>
                  </a:cubicBezTo>
                  <a:cubicBezTo>
                    <a:pt x="309279" y="3721953"/>
                    <a:pt x="309279" y="3742772"/>
                    <a:pt x="316258" y="3763591"/>
                  </a:cubicBezTo>
                  <a:cubicBezTo>
                    <a:pt x="316258" y="3791350"/>
                    <a:pt x="323237" y="3798289"/>
                    <a:pt x="358130" y="3791350"/>
                  </a:cubicBezTo>
                  <a:cubicBezTo>
                    <a:pt x="406981" y="3784410"/>
                    <a:pt x="448854" y="3777470"/>
                    <a:pt x="497705" y="3770531"/>
                  </a:cubicBezTo>
                  <a:cubicBezTo>
                    <a:pt x="504683" y="3735833"/>
                    <a:pt x="497705" y="3708074"/>
                    <a:pt x="469790" y="3694195"/>
                  </a:cubicBezTo>
                  <a:cubicBezTo>
                    <a:pt x="448854" y="3680315"/>
                    <a:pt x="420939" y="3673376"/>
                    <a:pt x="393024" y="3666436"/>
                  </a:cubicBezTo>
                  <a:cubicBezTo>
                    <a:pt x="393024" y="3659497"/>
                    <a:pt x="400003" y="3659497"/>
                    <a:pt x="400003" y="3652557"/>
                  </a:cubicBezTo>
                  <a:cubicBezTo>
                    <a:pt x="469790" y="3645617"/>
                    <a:pt x="539577" y="3638678"/>
                    <a:pt x="609364" y="3624798"/>
                  </a:cubicBezTo>
                  <a:cubicBezTo>
                    <a:pt x="609364" y="3631738"/>
                    <a:pt x="609364" y="3631738"/>
                    <a:pt x="609364" y="3638678"/>
                  </a:cubicBezTo>
                  <a:close/>
                </a:path>
                <a:path w="6748090" h="6732364">
                  <a:moveTo>
                    <a:pt x="2909701" y="6201482"/>
                  </a:moveTo>
                  <a:cubicBezTo>
                    <a:pt x="2895859" y="6187325"/>
                    <a:pt x="2875095" y="6166089"/>
                    <a:pt x="2861253" y="6144854"/>
                  </a:cubicBezTo>
                  <a:cubicBezTo>
                    <a:pt x="2840490" y="6109462"/>
                    <a:pt x="2833569" y="6074070"/>
                    <a:pt x="2847411" y="6031600"/>
                  </a:cubicBezTo>
                  <a:cubicBezTo>
                    <a:pt x="2861253" y="5996207"/>
                    <a:pt x="2888938" y="5974972"/>
                    <a:pt x="2923543" y="5960815"/>
                  </a:cubicBezTo>
                  <a:cubicBezTo>
                    <a:pt x="2971991" y="5953737"/>
                    <a:pt x="3020439" y="5953737"/>
                    <a:pt x="3061966" y="5974972"/>
                  </a:cubicBezTo>
                  <a:cubicBezTo>
                    <a:pt x="3089650" y="5989129"/>
                    <a:pt x="3110414" y="6010364"/>
                    <a:pt x="3124256" y="6038678"/>
                  </a:cubicBezTo>
                  <a:cubicBezTo>
                    <a:pt x="3138098" y="6081148"/>
                    <a:pt x="3124256" y="6123619"/>
                    <a:pt x="3082729" y="6144854"/>
                  </a:cubicBezTo>
                  <a:cubicBezTo>
                    <a:pt x="3061966" y="6151933"/>
                    <a:pt x="3048123" y="6159011"/>
                    <a:pt x="3027360" y="6166089"/>
                  </a:cubicBezTo>
                  <a:cubicBezTo>
                    <a:pt x="3034281" y="6173168"/>
                    <a:pt x="3041202" y="6180246"/>
                    <a:pt x="3048123" y="6187325"/>
                  </a:cubicBezTo>
                  <a:cubicBezTo>
                    <a:pt x="3068887" y="6215638"/>
                    <a:pt x="3089650" y="6236874"/>
                    <a:pt x="3096571" y="6265187"/>
                  </a:cubicBezTo>
                  <a:cubicBezTo>
                    <a:pt x="3124256" y="6343050"/>
                    <a:pt x="3082729" y="6420912"/>
                    <a:pt x="2999676" y="6442148"/>
                  </a:cubicBezTo>
                  <a:cubicBezTo>
                    <a:pt x="2951228" y="6449226"/>
                    <a:pt x="2902780" y="6442148"/>
                    <a:pt x="2854332" y="6413834"/>
                  </a:cubicBezTo>
                  <a:cubicBezTo>
                    <a:pt x="2812805" y="6392599"/>
                    <a:pt x="2792042" y="6357207"/>
                    <a:pt x="2798963" y="6314736"/>
                  </a:cubicBezTo>
                  <a:cubicBezTo>
                    <a:pt x="2798963" y="6265187"/>
                    <a:pt x="2826648" y="6236874"/>
                    <a:pt x="2868174" y="6222717"/>
                  </a:cubicBezTo>
                  <a:cubicBezTo>
                    <a:pt x="2882017" y="6215638"/>
                    <a:pt x="2895859" y="6208560"/>
                    <a:pt x="2909701" y="6201482"/>
                  </a:cubicBezTo>
                  <a:close/>
                  <a:moveTo>
                    <a:pt x="2930464" y="6222717"/>
                  </a:moveTo>
                  <a:cubicBezTo>
                    <a:pt x="2882017" y="6265187"/>
                    <a:pt x="2861253" y="6335971"/>
                    <a:pt x="2888938" y="6385520"/>
                  </a:cubicBezTo>
                  <a:cubicBezTo>
                    <a:pt x="2895859" y="6413834"/>
                    <a:pt x="2916622" y="6427991"/>
                    <a:pt x="2944307" y="6427991"/>
                  </a:cubicBezTo>
                  <a:cubicBezTo>
                    <a:pt x="2971991" y="6427991"/>
                    <a:pt x="2985833" y="6406756"/>
                    <a:pt x="2999676" y="6385520"/>
                  </a:cubicBezTo>
                  <a:cubicBezTo>
                    <a:pt x="3020439" y="6328893"/>
                    <a:pt x="2992754" y="6265187"/>
                    <a:pt x="2930464" y="6222717"/>
                  </a:cubicBezTo>
                  <a:close/>
                  <a:moveTo>
                    <a:pt x="3006597" y="6144854"/>
                  </a:moveTo>
                  <a:cubicBezTo>
                    <a:pt x="3048123" y="6116541"/>
                    <a:pt x="3061966" y="6052835"/>
                    <a:pt x="3041202" y="6010364"/>
                  </a:cubicBezTo>
                  <a:cubicBezTo>
                    <a:pt x="3034281" y="5982051"/>
                    <a:pt x="3013518" y="5974972"/>
                    <a:pt x="2985833" y="5974972"/>
                  </a:cubicBezTo>
                  <a:cubicBezTo>
                    <a:pt x="2965070" y="5974972"/>
                    <a:pt x="2951228" y="5989129"/>
                    <a:pt x="2937386" y="6010364"/>
                  </a:cubicBezTo>
                  <a:cubicBezTo>
                    <a:pt x="2930464" y="6031600"/>
                    <a:pt x="2930464" y="6059913"/>
                    <a:pt x="2944307" y="6081148"/>
                  </a:cubicBezTo>
                  <a:cubicBezTo>
                    <a:pt x="2958149" y="6109462"/>
                    <a:pt x="2978912" y="6130697"/>
                    <a:pt x="3006597" y="6144854"/>
                  </a:cubicBezTo>
                  <a:close/>
                </a:path>
                <a:path w="6748090" h="6732364">
                  <a:moveTo>
                    <a:pt x="574564" y="4726811"/>
                  </a:moveTo>
                  <a:cubicBezTo>
                    <a:pt x="567655" y="4719820"/>
                    <a:pt x="560747" y="4712829"/>
                    <a:pt x="560747" y="4705838"/>
                  </a:cubicBezTo>
                  <a:cubicBezTo>
                    <a:pt x="533114" y="4642919"/>
                    <a:pt x="512389" y="4579999"/>
                    <a:pt x="484755" y="4524071"/>
                  </a:cubicBezTo>
                  <a:cubicBezTo>
                    <a:pt x="470938" y="4489116"/>
                    <a:pt x="464030" y="4447170"/>
                    <a:pt x="464030" y="4412215"/>
                  </a:cubicBezTo>
                  <a:cubicBezTo>
                    <a:pt x="464030" y="4363277"/>
                    <a:pt x="477847" y="4328322"/>
                    <a:pt x="519297" y="4307349"/>
                  </a:cubicBezTo>
                  <a:cubicBezTo>
                    <a:pt x="560747" y="4286376"/>
                    <a:pt x="595289" y="4293367"/>
                    <a:pt x="636739" y="4314340"/>
                  </a:cubicBezTo>
                  <a:cubicBezTo>
                    <a:pt x="657464" y="4328322"/>
                    <a:pt x="678189" y="4356286"/>
                    <a:pt x="692006" y="4377259"/>
                  </a:cubicBezTo>
                  <a:cubicBezTo>
                    <a:pt x="705823" y="4405224"/>
                    <a:pt x="712731" y="4440179"/>
                    <a:pt x="726548" y="4468143"/>
                  </a:cubicBezTo>
                  <a:cubicBezTo>
                    <a:pt x="740365" y="4461152"/>
                    <a:pt x="747273" y="4461152"/>
                    <a:pt x="754181" y="4461152"/>
                  </a:cubicBezTo>
                  <a:cubicBezTo>
                    <a:pt x="781815" y="4447170"/>
                    <a:pt x="816357" y="4433188"/>
                    <a:pt x="843990" y="4419206"/>
                  </a:cubicBezTo>
                  <a:cubicBezTo>
                    <a:pt x="885440" y="4398233"/>
                    <a:pt x="892349" y="4391241"/>
                    <a:pt x="885440" y="4349295"/>
                  </a:cubicBezTo>
                  <a:cubicBezTo>
                    <a:pt x="885440" y="4342304"/>
                    <a:pt x="885440" y="4335313"/>
                    <a:pt x="885440" y="4328322"/>
                  </a:cubicBezTo>
                  <a:cubicBezTo>
                    <a:pt x="906165" y="4349295"/>
                    <a:pt x="906165" y="4377259"/>
                    <a:pt x="919982" y="4398233"/>
                  </a:cubicBezTo>
                  <a:cubicBezTo>
                    <a:pt x="926890" y="4426197"/>
                    <a:pt x="940707" y="4447170"/>
                    <a:pt x="947616" y="4475134"/>
                  </a:cubicBezTo>
                  <a:cubicBezTo>
                    <a:pt x="954524" y="4496107"/>
                    <a:pt x="975249" y="4517080"/>
                    <a:pt x="968341" y="4552035"/>
                  </a:cubicBezTo>
                  <a:cubicBezTo>
                    <a:pt x="961432" y="4538053"/>
                    <a:pt x="954524" y="4531062"/>
                    <a:pt x="947616" y="4524071"/>
                  </a:cubicBezTo>
                  <a:cubicBezTo>
                    <a:pt x="933799" y="4510089"/>
                    <a:pt x="919982" y="4503098"/>
                    <a:pt x="906165" y="4510089"/>
                  </a:cubicBezTo>
                  <a:cubicBezTo>
                    <a:pt x="892349" y="4517080"/>
                    <a:pt x="878532" y="4524071"/>
                    <a:pt x="864715" y="4531062"/>
                  </a:cubicBezTo>
                  <a:cubicBezTo>
                    <a:pt x="781815" y="4566017"/>
                    <a:pt x="698914" y="4600972"/>
                    <a:pt x="616014" y="4635928"/>
                  </a:cubicBezTo>
                  <a:cubicBezTo>
                    <a:pt x="574564" y="4656901"/>
                    <a:pt x="574564" y="4663892"/>
                    <a:pt x="574564" y="4712829"/>
                  </a:cubicBezTo>
                  <a:cubicBezTo>
                    <a:pt x="574564" y="4719820"/>
                    <a:pt x="574564" y="4719820"/>
                    <a:pt x="574564" y="4726811"/>
                  </a:cubicBezTo>
                  <a:close/>
                  <a:moveTo>
                    <a:pt x="712731" y="4475134"/>
                  </a:moveTo>
                  <a:cubicBezTo>
                    <a:pt x="698914" y="4461152"/>
                    <a:pt x="698914" y="4440179"/>
                    <a:pt x="685098" y="4426197"/>
                  </a:cubicBezTo>
                  <a:cubicBezTo>
                    <a:pt x="664373" y="4398233"/>
                    <a:pt x="636739" y="4384250"/>
                    <a:pt x="609106" y="4398233"/>
                  </a:cubicBezTo>
                  <a:cubicBezTo>
                    <a:pt x="581472" y="4405224"/>
                    <a:pt x="553839" y="4419206"/>
                    <a:pt x="533114" y="4433188"/>
                  </a:cubicBezTo>
                  <a:cubicBezTo>
                    <a:pt x="498572" y="4454161"/>
                    <a:pt x="491663" y="4496107"/>
                    <a:pt x="512389" y="4531062"/>
                  </a:cubicBezTo>
                  <a:cubicBezTo>
                    <a:pt x="526205" y="4552035"/>
                    <a:pt x="533114" y="4559026"/>
                    <a:pt x="553839" y="4552035"/>
                  </a:cubicBezTo>
                  <a:cubicBezTo>
                    <a:pt x="602197" y="4524071"/>
                    <a:pt x="657464" y="4503098"/>
                    <a:pt x="712731" y="4475134"/>
                  </a:cubicBezTo>
                  <a:close/>
                </a:path>
                <a:path w="6748090" h="6732364">
                  <a:moveTo>
                    <a:pt x="762896" y="1652376"/>
                  </a:moveTo>
                  <a:cubicBezTo>
                    <a:pt x="776818" y="1638467"/>
                    <a:pt x="797700" y="1617605"/>
                    <a:pt x="804661" y="1596742"/>
                  </a:cubicBezTo>
                  <a:cubicBezTo>
                    <a:pt x="832505" y="1555017"/>
                    <a:pt x="867309" y="1541108"/>
                    <a:pt x="916036" y="1548062"/>
                  </a:cubicBezTo>
                  <a:cubicBezTo>
                    <a:pt x="999566" y="1548062"/>
                    <a:pt x="1090058" y="1548062"/>
                    <a:pt x="1173589" y="1548062"/>
                  </a:cubicBezTo>
                  <a:cubicBezTo>
                    <a:pt x="1187511" y="1548062"/>
                    <a:pt x="1194472" y="1548062"/>
                    <a:pt x="1208393" y="1548062"/>
                  </a:cubicBezTo>
                  <a:cubicBezTo>
                    <a:pt x="1201432" y="1541108"/>
                    <a:pt x="1201432" y="1534154"/>
                    <a:pt x="1194472" y="1527200"/>
                  </a:cubicBezTo>
                  <a:cubicBezTo>
                    <a:pt x="1152706" y="1492428"/>
                    <a:pt x="1110941" y="1457657"/>
                    <a:pt x="1069175" y="1422886"/>
                  </a:cubicBezTo>
                  <a:cubicBezTo>
                    <a:pt x="1027410" y="1381161"/>
                    <a:pt x="1020449" y="1381161"/>
                    <a:pt x="971723" y="1408978"/>
                  </a:cubicBezTo>
                  <a:cubicBezTo>
                    <a:pt x="971723" y="1415932"/>
                    <a:pt x="971723" y="1408978"/>
                    <a:pt x="964762" y="1408978"/>
                  </a:cubicBezTo>
                  <a:cubicBezTo>
                    <a:pt x="971723" y="1388115"/>
                    <a:pt x="1027410" y="1318573"/>
                    <a:pt x="1055254" y="1297710"/>
                  </a:cubicBezTo>
                  <a:cubicBezTo>
                    <a:pt x="1055254" y="1311618"/>
                    <a:pt x="1055254" y="1311618"/>
                    <a:pt x="1055254" y="1318573"/>
                  </a:cubicBezTo>
                  <a:cubicBezTo>
                    <a:pt x="1041332" y="1346390"/>
                    <a:pt x="1048293" y="1367252"/>
                    <a:pt x="1069175" y="1388115"/>
                  </a:cubicBezTo>
                  <a:cubicBezTo>
                    <a:pt x="1138784" y="1443749"/>
                    <a:pt x="1208393" y="1506337"/>
                    <a:pt x="1278002" y="1561971"/>
                  </a:cubicBezTo>
                  <a:cubicBezTo>
                    <a:pt x="1305846" y="1589788"/>
                    <a:pt x="1333690" y="1617605"/>
                    <a:pt x="1368494" y="1645422"/>
                  </a:cubicBezTo>
                  <a:cubicBezTo>
                    <a:pt x="1354572" y="1652376"/>
                    <a:pt x="1347611" y="1659330"/>
                    <a:pt x="1340650" y="1659330"/>
                  </a:cubicBezTo>
                  <a:cubicBezTo>
                    <a:pt x="1326729" y="1659330"/>
                    <a:pt x="1312807" y="1659330"/>
                    <a:pt x="1298885" y="1659330"/>
                  </a:cubicBezTo>
                  <a:cubicBezTo>
                    <a:pt x="1180550" y="1659330"/>
                    <a:pt x="1055254" y="1659330"/>
                    <a:pt x="936918" y="1652376"/>
                  </a:cubicBezTo>
                  <a:cubicBezTo>
                    <a:pt x="922997" y="1652376"/>
                    <a:pt x="916036" y="1652376"/>
                    <a:pt x="895153" y="1652376"/>
                  </a:cubicBezTo>
                  <a:cubicBezTo>
                    <a:pt x="902114" y="1666284"/>
                    <a:pt x="909075" y="1673239"/>
                    <a:pt x="916036" y="1680193"/>
                  </a:cubicBezTo>
                  <a:cubicBezTo>
                    <a:pt x="971723" y="1728872"/>
                    <a:pt x="1034371" y="1777552"/>
                    <a:pt x="1090058" y="1833186"/>
                  </a:cubicBezTo>
                  <a:cubicBezTo>
                    <a:pt x="1117902" y="1861003"/>
                    <a:pt x="1145745" y="1874911"/>
                    <a:pt x="1187511" y="1840140"/>
                  </a:cubicBezTo>
                  <a:cubicBezTo>
                    <a:pt x="1187511" y="1833186"/>
                    <a:pt x="1187511" y="1833186"/>
                    <a:pt x="1187511" y="1833186"/>
                  </a:cubicBezTo>
                  <a:cubicBezTo>
                    <a:pt x="1187511" y="1854049"/>
                    <a:pt x="1124863" y="1937499"/>
                    <a:pt x="1097019" y="1958362"/>
                  </a:cubicBezTo>
                  <a:cubicBezTo>
                    <a:pt x="1097019" y="1944454"/>
                    <a:pt x="1097019" y="1937499"/>
                    <a:pt x="1103980" y="1930545"/>
                  </a:cubicBezTo>
                  <a:cubicBezTo>
                    <a:pt x="1117902" y="1902728"/>
                    <a:pt x="1110941" y="1888820"/>
                    <a:pt x="1090058" y="1867957"/>
                  </a:cubicBezTo>
                  <a:cubicBezTo>
                    <a:pt x="1048293" y="1833186"/>
                    <a:pt x="1006527" y="1798415"/>
                    <a:pt x="971723" y="1763644"/>
                  </a:cubicBezTo>
                  <a:cubicBezTo>
                    <a:pt x="936918" y="1728872"/>
                    <a:pt x="902114" y="1701055"/>
                    <a:pt x="867309" y="1673239"/>
                  </a:cubicBezTo>
                  <a:cubicBezTo>
                    <a:pt x="846427" y="1652376"/>
                    <a:pt x="832505" y="1652376"/>
                    <a:pt x="811622" y="1652376"/>
                  </a:cubicBezTo>
                  <a:cubicBezTo>
                    <a:pt x="797700" y="1659330"/>
                    <a:pt x="783779" y="1659330"/>
                    <a:pt x="769857" y="1659330"/>
                  </a:cubicBezTo>
                  <a:cubicBezTo>
                    <a:pt x="762896" y="1659330"/>
                    <a:pt x="762896" y="1659330"/>
                    <a:pt x="762896" y="1652376"/>
                  </a:cubicBezTo>
                  <a:close/>
                </a:path>
                <a:path w="6748090" h="6732364">
                  <a:moveTo>
                    <a:pt x="4568480" y="5922501"/>
                  </a:moveTo>
                  <a:cubicBezTo>
                    <a:pt x="4596329" y="5929468"/>
                    <a:pt x="4617216" y="5936434"/>
                    <a:pt x="4638103" y="5943400"/>
                  </a:cubicBezTo>
                  <a:cubicBezTo>
                    <a:pt x="4693802" y="5957332"/>
                    <a:pt x="4728614" y="5999128"/>
                    <a:pt x="4735577" y="6054857"/>
                  </a:cubicBezTo>
                  <a:cubicBezTo>
                    <a:pt x="4742539" y="6096653"/>
                    <a:pt x="4728614" y="6124517"/>
                    <a:pt x="4700765" y="6152381"/>
                  </a:cubicBezTo>
                  <a:cubicBezTo>
                    <a:pt x="4665953" y="6194178"/>
                    <a:pt x="4610254" y="6222042"/>
                    <a:pt x="4554555" y="6222042"/>
                  </a:cubicBezTo>
                  <a:cubicBezTo>
                    <a:pt x="4512781" y="6229008"/>
                    <a:pt x="4484931" y="6208110"/>
                    <a:pt x="4464044" y="6173280"/>
                  </a:cubicBezTo>
                  <a:cubicBezTo>
                    <a:pt x="4436194" y="6138449"/>
                    <a:pt x="4436194" y="6096653"/>
                    <a:pt x="4464044" y="6061823"/>
                  </a:cubicBezTo>
                  <a:cubicBezTo>
                    <a:pt x="4471006" y="6047891"/>
                    <a:pt x="4484931" y="6033958"/>
                    <a:pt x="4498856" y="6013060"/>
                  </a:cubicBezTo>
                  <a:cubicBezTo>
                    <a:pt x="4477969" y="6013060"/>
                    <a:pt x="4457082" y="6006094"/>
                    <a:pt x="4436194" y="5999128"/>
                  </a:cubicBezTo>
                  <a:cubicBezTo>
                    <a:pt x="4338721" y="5964298"/>
                    <a:pt x="4317834" y="5859807"/>
                    <a:pt x="4394420" y="5797112"/>
                  </a:cubicBezTo>
                  <a:cubicBezTo>
                    <a:pt x="4429232" y="5769248"/>
                    <a:pt x="4471006" y="5748350"/>
                    <a:pt x="4512781" y="5741384"/>
                  </a:cubicBezTo>
                  <a:cubicBezTo>
                    <a:pt x="4554555" y="5741384"/>
                    <a:pt x="4589367" y="5755316"/>
                    <a:pt x="4610254" y="5790146"/>
                  </a:cubicBezTo>
                  <a:cubicBezTo>
                    <a:pt x="4631141" y="5824977"/>
                    <a:pt x="4617216" y="5859807"/>
                    <a:pt x="4596329" y="5887671"/>
                  </a:cubicBezTo>
                  <a:cubicBezTo>
                    <a:pt x="4589367" y="5901603"/>
                    <a:pt x="4582404" y="5908569"/>
                    <a:pt x="4568480" y="5922501"/>
                  </a:cubicBezTo>
                  <a:close/>
                  <a:moveTo>
                    <a:pt x="4519743" y="6020026"/>
                  </a:moveTo>
                  <a:cubicBezTo>
                    <a:pt x="4519743" y="6040924"/>
                    <a:pt x="4512781" y="6061823"/>
                    <a:pt x="4512781" y="6075755"/>
                  </a:cubicBezTo>
                  <a:cubicBezTo>
                    <a:pt x="4519743" y="6117551"/>
                    <a:pt x="4540630" y="6152381"/>
                    <a:pt x="4575442" y="6180246"/>
                  </a:cubicBezTo>
                  <a:cubicBezTo>
                    <a:pt x="4596329" y="6194178"/>
                    <a:pt x="4617216" y="6201144"/>
                    <a:pt x="4638103" y="6187212"/>
                  </a:cubicBezTo>
                  <a:cubicBezTo>
                    <a:pt x="4665953" y="6173280"/>
                    <a:pt x="4672915" y="6145415"/>
                    <a:pt x="4665953" y="6124517"/>
                  </a:cubicBezTo>
                  <a:cubicBezTo>
                    <a:pt x="4658990" y="6082721"/>
                    <a:pt x="4638103" y="6054857"/>
                    <a:pt x="4603291" y="6040924"/>
                  </a:cubicBezTo>
                  <a:cubicBezTo>
                    <a:pt x="4575442" y="6026992"/>
                    <a:pt x="4554555" y="6026992"/>
                    <a:pt x="4519743" y="6020026"/>
                  </a:cubicBezTo>
                  <a:close/>
                  <a:moveTo>
                    <a:pt x="4547592" y="5922501"/>
                  </a:moveTo>
                  <a:cubicBezTo>
                    <a:pt x="4561517" y="5866773"/>
                    <a:pt x="4547592" y="5824977"/>
                    <a:pt x="4512781" y="5790146"/>
                  </a:cubicBezTo>
                  <a:cubicBezTo>
                    <a:pt x="4498856" y="5776214"/>
                    <a:pt x="4484931" y="5776214"/>
                    <a:pt x="4471006" y="5776214"/>
                  </a:cubicBezTo>
                  <a:cubicBezTo>
                    <a:pt x="4443157" y="5776214"/>
                    <a:pt x="4429232" y="5790146"/>
                    <a:pt x="4415307" y="5811045"/>
                  </a:cubicBezTo>
                  <a:cubicBezTo>
                    <a:pt x="4408345" y="5831943"/>
                    <a:pt x="4415307" y="5852841"/>
                    <a:pt x="4429232" y="5873739"/>
                  </a:cubicBezTo>
                  <a:cubicBezTo>
                    <a:pt x="4464044" y="5908569"/>
                    <a:pt x="4498856" y="5915535"/>
                    <a:pt x="4547592" y="5922501"/>
                  </a:cubicBezTo>
                  <a:close/>
                </a:path>
                <a:path w="6748090" h="6732364">
                  <a:moveTo>
                    <a:pt x="1645108" y="747166"/>
                  </a:moveTo>
                  <a:cubicBezTo>
                    <a:pt x="1666113" y="761126"/>
                    <a:pt x="1729128" y="844888"/>
                    <a:pt x="1736130" y="879788"/>
                  </a:cubicBezTo>
                  <a:cubicBezTo>
                    <a:pt x="1729128" y="886768"/>
                    <a:pt x="1722127" y="872808"/>
                    <a:pt x="1708123" y="872808"/>
                  </a:cubicBezTo>
                  <a:cubicBezTo>
                    <a:pt x="1673115" y="851868"/>
                    <a:pt x="1638106" y="844888"/>
                    <a:pt x="1603098" y="844888"/>
                  </a:cubicBezTo>
                  <a:cubicBezTo>
                    <a:pt x="1519078" y="844888"/>
                    <a:pt x="1463064" y="907709"/>
                    <a:pt x="1484069" y="991470"/>
                  </a:cubicBezTo>
                  <a:cubicBezTo>
                    <a:pt x="1512076" y="1082211"/>
                    <a:pt x="1568090" y="1165973"/>
                    <a:pt x="1645108" y="1221814"/>
                  </a:cubicBezTo>
                  <a:cubicBezTo>
                    <a:pt x="1701122" y="1263694"/>
                    <a:pt x="1757135" y="1256714"/>
                    <a:pt x="1806147" y="1207853"/>
                  </a:cubicBezTo>
                  <a:cubicBezTo>
                    <a:pt x="1827152" y="1186913"/>
                    <a:pt x="1834153" y="1165973"/>
                    <a:pt x="1813148" y="1138052"/>
                  </a:cubicBezTo>
                  <a:cubicBezTo>
                    <a:pt x="1799145" y="1124092"/>
                    <a:pt x="1785142" y="1103152"/>
                    <a:pt x="1771138" y="1082211"/>
                  </a:cubicBezTo>
                  <a:cubicBezTo>
                    <a:pt x="1750133" y="1054291"/>
                    <a:pt x="1743132" y="1054291"/>
                    <a:pt x="1708123" y="1068251"/>
                  </a:cubicBezTo>
                  <a:cubicBezTo>
                    <a:pt x="1701122" y="1075231"/>
                    <a:pt x="1694120" y="1075231"/>
                    <a:pt x="1687118" y="1075231"/>
                  </a:cubicBezTo>
                  <a:cubicBezTo>
                    <a:pt x="1701122" y="1054291"/>
                    <a:pt x="1722127" y="1040331"/>
                    <a:pt x="1743132" y="1026371"/>
                  </a:cubicBezTo>
                  <a:cubicBezTo>
                    <a:pt x="1764137" y="1012410"/>
                    <a:pt x="1785142" y="991470"/>
                    <a:pt x="1806147" y="977510"/>
                  </a:cubicBezTo>
                  <a:cubicBezTo>
                    <a:pt x="1827152" y="963549"/>
                    <a:pt x="1841155" y="949589"/>
                    <a:pt x="1862160" y="935629"/>
                  </a:cubicBezTo>
                  <a:cubicBezTo>
                    <a:pt x="1869162" y="935629"/>
                    <a:pt x="1869162" y="935629"/>
                    <a:pt x="1869162" y="942609"/>
                  </a:cubicBezTo>
                  <a:cubicBezTo>
                    <a:pt x="1869162" y="942609"/>
                    <a:pt x="1862160" y="949589"/>
                    <a:pt x="1862160" y="949589"/>
                  </a:cubicBezTo>
                  <a:cubicBezTo>
                    <a:pt x="1841155" y="984490"/>
                    <a:pt x="1834153" y="998450"/>
                    <a:pt x="1862160" y="1026371"/>
                  </a:cubicBezTo>
                  <a:cubicBezTo>
                    <a:pt x="1876164" y="1054291"/>
                    <a:pt x="1897169" y="1075231"/>
                    <a:pt x="1911172" y="1096172"/>
                  </a:cubicBezTo>
                  <a:cubicBezTo>
                    <a:pt x="1911172" y="1103152"/>
                    <a:pt x="1911172" y="1103152"/>
                    <a:pt x="1911172" y="1110132"/>
                  </a:cubicBezTo>
                  <a:cubicBezTo>
                    <a:pt x="1855159" y="1193893"/>
                    <a:pt x="1785142" y="1263694"/>
                    <a:pt x="1680116" y="1291615"/>
                  </a:cubicBezTo>
                  <a:cubicBezTo>
                    <a:pt x="1638106" y="1305575"/>
                    <a:pt x="1596096" y="1298595"/>
                    <a:pt x="1554086" y="1277655"/>
                  </a:cubicBezTo>
                  <a:cubicBezTo>
                    <a:pt x="1414053" y="1207853"/>
                    <a:pt x="1337034" y="991470"/>
                    <a:pt x="1505074" y="851868"/>
                  </a:cubicBezTo>
                  <a:cubicBezTo>
                    <a:pt x="1526079" y="837907"/>
                    <a:pt x="1561088" y="830927"/>
                    <a:pt x="1589095" y="816967"/>
                  </a:cubicBezTo>
                  <a:cubicBezTo>
                    <a:pt x="1596096" y="809987"/>
                    <a:pt x="1603098" y="809987"/>
                    <a:pt x="1610100" y="809987"/>
                  </a:cubicBezTo>
                  <a:cubicBezTo>
                    <a:pt x="1645108" y="796027"/>
                    <a:pt x="1645108" y="796027"/>
                    <a:pt x="1645108" y="761126"/>
                  </a:cubicBezTo>
                  <a:cubicBezTo>
                    <a:pt x="1645108" y="761126"/>
                    <a:pt x="1645108" y="761126"/>
                    <a:pt x="1645108" y="754146"/>
                  </a:cubicBezTo>
                  <a:cubicBezTo>
                    <a:pt x="1645108" y="754146"/>
                    <a:pt x="1645108" y="754146"/>
                    <a:pt x="1645108" y="747166"/>
                  </a:cubicBezTo>
                  <a:close/>
                </a:path>
                <a:path w="6748090" h="6732364">
                  <a:moveTo>
                    <a:pt x="3442894" y="724358"/>
                  </a:moveTo>
                  <a:cubicBezTo>
                    <a:pt x="3414822" y="731436"/>
                    <a:pt x="3414822" y="717279"/>
                    <a:pt x="3407804" y="703122"/>
                  </a:cubicBezTo>
                  <a:cubicBezTo>
                    <a:pt x="3337625" y="625260"/>
                    <a:pt x="3274463" y="540319"/>
                    <a:pt x="3211302" y="455378"/>
                  </a:cubicBezTo>
                  <a:cubicBezTo>
                    <a:pt x="3183230" y="427064"/>
                    <a:pt x="3155159" y="391672"/>
                    <a:pt x="3127087" y="356280"/>
                  </a:cubicBezTo>
                  <a:cubicBezTo>
                    <a:pt x="3127087" y="370437"/>
                    <a:pt x="3120069" y="377515"/>
                    <a:pt x="3120069" y="384594"/>
                  </a:cubicBezTo>
                  <a:cubicBezTo>
                    <a:pt x="3120069" y="469535"/>
                    <a:pt x="3120069" y="547397"/>
                    <a:pt x="3120069" y="632338"/>
                  </a:cubicBezTo>
                  <a:cubicBezTo>
                    <a:pt x="3120069" y="681887"/>
                    <a:pt x="3127087" y="688966"/>
                    <a:pt x="3176212" y="703122"/>
                  </a:cubicBezTo>
                  <a:cubicBezTo>
                    <a:pt x="3176212" y="710201"/>
                    <a:pt x="3183230" y="710201"/>
                    <a:pt x="3183230" y="717279"/>
                  </a:cubicBezTo>
                  <a:cubicBezTo>
                    <a:pt x="3162177" y="724358"/>
                    <a:pt x="3070944" y="724358"/>
                    <a:pt x="3035854" y="717279"/>
                  </a:cubicBezTo>
                  <a:cubicBezTo>
                    <a:pt x="3042872" y="710201"/>
                    <a:pt x="3049890" y="703122"/>
                    <a:pt x="3056908" y="703122"/>
                  </a:cubicBezTo>
                  <a:cubicBezTo>
                    <a:pt x="3084979" y="696044"/>
                    <a:pt x="3099015" y="681887"/>
                    <a:pt x="3099015" y="646495"/>
                  </a:cubicBezTo>
                  <a:cubicBezTo>
                    <a:pt x="3099015" y="547397"/>
                    <a:pt x="3099015" y="441221"/>
                    <a:pt x="3099015" y="335045"/>
                  </a:cubicBezTo>
                  <a:cubicBezTo>
                    <a:pt x="3099015" y="313810"/>
                    <a:pt x="3084979" y="299653"/>
                    <a:pt x="3077962" y="292574"/>
                  </a:cubicBezTo>
                  <a:cubicBezTo>
                    <a:pt x="3063926" y="278417"/>
                    <a:pt x="3049890" y="264261"/>
                    <a:pt x="3035854" y="250104"/>
                  </a:cubicBezTo>
                  <a:cubicBezTo>
                    <a:pt x="3063926" y="243025"/>
                    <a:pt x="3084979" y="250104"/>
                    <a:pt x="3106033" y="243025"/>
                  </a:cubicBezTo>
                  <a:cubicBezTo>
                    <a:pt x="3162177" y="235947"/>
                    <a:pt x="3190248" y="257182"/>
                    <a:pt x="3225338" y="299653"/>
                  </a:cubicBezTo>
                  <a:cubicBezTo>
                    <a:pt x="3274463" y="370437"/>
                    <a:pt x="3330607" y="441221"/>
                    <a:pt x="3386750" y="512005"/>
                  </a:cubicBezTo>
                  <a:cubicBezTo>
                    <a:pt x="3393768" y="519084"/>
                    <a:pt x="3400786" y="526162"/>
                    <a:pt x="3414822" y="533240"/>
                  </a:cubicBezTo>
                  <a:cubicBezTo>
                    <a:pt x="3414822" y="526162"/>
                    <a:pt x="3414822" y="512005"/>
                    <a:pt x="3414822" y="504927"/>
                  </a:cubicBezTo>
                  <a:cubicBezTo>
                    <a:pt x="3414822" y="448299"/>
                    <a:pt x="3414822" y="398751"/>
                    <a:pt x="3414822" y="342123"/>
                  </a:cubicBezTo>
                  <a:cubicBezTo>
                    <a:pt x="3414822" y="299653"/>
                    <a:pt x="3407804" y="264261"/>
                    <a:pt x="3358678" y="257182"/>
                  </a:cubicBezTo>
                  <a:cubicBezTo>
                    <a:pt x="3358678" y="257182"/>
                    <a:pt x="3351661" y="257182"/>
                    <a:pt x="3351661" y="257182"/>
                  </a:cubicBezTo>
                  <a:cubicBezTo>
                    <a:pt x="3372714" y="243025"/>
                    <a:pt x="3463947" y="243025"/>
                    <a:pt x="3492019" y="250104"/>
                  </a:cubicBezTo>
                  <a:cubicBezTo>
                    <a:pt x="3485001" y="257182"/>
                    <a:pt x="3485001" y="257182"/>
                    <a:pt x="3477983" y="264261"/>
                  </a:cubicBezTo>
                  <a:cubicBezTo>
                    <a:pt x="3449911" y="271339"/>
                    <a:pt x="3435876" y="292574"/>
                    <a:pt x="3442894" y="320888"/>
                  </a:cubicBezTo>
                  <a:cubicBezTo>
                    <a:pt x="3442894" y="356280"/>
                    <a:pt x="3442894" y="391672"/>
                    <a:pt x="3442894" y="419986"/>
                  </a:cubicBezTo>
                  <a:cubicBezTo>
                    <a:pt x="3442894" y="512005"/>
                    <a:pt x="3442894" y="596946"/>
                    <a:pt x="3442894" y="688966"/>
                  </a:cubicBezTo>
                  <a:cubicBezTo>
                    <a:pt x="3442894" y="703122"/>
                    <a:pt x="3442894" y="710201"/>
                    <a:pt x="3442894" y="724358"/>
                  </a:cubicBezTo>
                  <a:close/>
                </a:path>
                <a:path w="6748090" h="6732364">
                  <a:moveTo>
                    <a:pt x="3657969" y="6457091"/>
                  </a:moveTo>
                  <a:cubicBezTo>
                    <a:pt x="3749988" y="6421644"/>
                    <a:pt x="3799537" y="6343659"/>
                    <a:pt x="3813694" y="6244406"/>
                  </a:cubicBezTo>
                  <a:cubicBezTo>
                    <a:pt x="3792459" y="6251496"/>
                    <a:pt x="3778302" y="6258585"/>
                    <a:pt x="3757067" y="6265675"/>
                  </a:cubicBezTo>
                  <a:cubicBezTo>
                    <a:pt x="3693361" y="6279854"/>
                    <a:pt x="3643812" y="6251496"/>
                    <a:pt x="3615498" y="6187690"/>
                  </a:cubicBezTo>
                  <a:cubicBezTo>
                    <a:pt x="3594263" y="6138064"/>
                    <a:pt x="3601341" y="6088437"/>
                    <a:pt x="3615498" y="6045900"/>
                  </a:cubicBezTo>
                  <a:cubicBezTo>
                    <a:pt x="3643812" y="5989184"/>
                    <a:pt x="3686282" y="5960826"/>
                    <a:pt x="3742910" y="5960826"/>
                  </a:cubicBezTo>
                  <a:cubicBezTo>
                    <a:pt x="3799537" y="5953737"/>
                    <a:pt x="3849086" y="5975005"/>
                    <a:pt x="3884478" y="6031721"/>
                  </a:cubicBezTo>
                  <a:cubicBezTo>
                    <a:pt x="3948184" y="6138064"/>
                    <a:pt x="3926949" y="6286943"/>
                    <a:pt x="3834929" y="6372017"/>
                  </a:cubicBezTo>
                  <a:cubicBezTo>
                    <a:pt x="3792459" y="6414554"/>
                    <a:pt x="3714596" y="6450002"/>
                    <a:pt x="3657969" y="6457091"/>
                  </a:cubicBezTo>
                  <a:close/>
                  <a:moveTo>
                    <a:pt x="3813694" y="6180601"/>
                  </a:moveTo>
                  <a:cubicBezTo>
                    <a:pt x="3813694" y="6180601"/>
                    <a:pt x="3813694" y="6180601"/>
                    <a:pt x="3820772" y="6180601"/>
                  </a:cubicBezTo>
                  <a:cubicBezTo>
                    <a:pt x="3806616" y="6130974"/>
                    <a:pt x="3799537" y="6088437"/>
                    <a:pt x="3792459" y="6038811"/>
                  </a:cubicBezTo>
                  <a:cubicBezTo>
                    <a:pt x="3785380" y="6024632"/>
                    <a:pt x="3778302" y="6010453"/>
                    <a:pt x="3771224" y="5996274"/>
                  </a:cubicBezTo>
                  <a:cubicBezTo>
                    <a:pt x="3764145" y="5982095"/>
                    <a:pt x="3749988" y="5975005"/>
                    <a:pt x="3728753" y="5975005"/>
                  </a:cubicBezTo>
                  <a:cubicBezTo>
                    <a:pt x="3714596" y="5982095"/>
                    <a:pt x="3700439" y="5989184"/>
                    <a:pt x="3700439" y="6010453"/>
                  </a:cubicBezTo>
                  <a:cubicBezTo>
                    <a:pt x="3700439" y="6017542"/>
                    <a:pt x="3693361" y="6024632"/>
                    <a:pt x="3693361" y="6024632"/>
                  </a:cubicBezTo>
                  <a:cubicBezTo>
                    <a:pt x="3700439" y="6081348"/>
                    <a:pt x="3707518" y="6130974"/>
                    <a:pt x="3721675" y="6180601"/>
                  </a:cubicBezTo>
                  <a:cubicBezTo>
                    <a:pt x="3728753" y="6194780"/>
                    <a:pt x="3735831" y="6201869"/>
                    <a:pt x="3742910" y="6216048"/>
                  </a:cubicBezTo>
                  <a:cubicBezTo>
                    <a:pt x="3757067" y="6230227"/>
                    <a:pt x="3771224" y="6230227"/>
                    <a:pt x="3799537" y="6230227"/>
                  </a:cubicBezTo>
                  <a:cubicBezTo>
                    <a:pt x="3820772" y="6223138"/>
                    <a:pt x="3813694" y="6201869"/>
                    <a:pt x="3813694" y="6187690"/>
                  </a:cubicBezTo>
                  <a:cubicBezTo>
                    <a:pt x="3813694" y="6187690"/>
                    <a:pt x="3813694" y="6180601"/>
                    <a:pt x="3813694" y="6180601"/>
                  </a:cubicBezTo>
                  <a:close/>
                </a:path>
                <a:path w="6748090" h="6732364">
                  <a:moveTo>
                    <a:pt x="2509368" y="378945"/>
                  </a:moveTo>
                  <a:cubicBezTo>
                    <a:pt x="2530187" y="358109"/>
                    <a:pt x="2613462" y="337272"/>
                    <a:pt x="2648160" y="330326"/>
                  </a:cubicBezTo>
                  <a:cubicBezTo>
                    <a:pt x="2641221" y="337272"/>
                    <a:pt x="2641221" y="344217"/>
                    <a:pt x="2634281" y="351163"/>
                  </a:cubicBezTo>
                  <a:cubicBezTo>
                    <a:pt x="2613462" y="365054"/>
                    <a:pt x="2606523" y="385891"/>
                    <a:pt x="2613462" y="413674"/>
                  </a:cubicBezTo>
                  <a:cubicBezTo>
                    <a:pt x="2634281" y="476184"/>
                    <a:pt x="2655100" y="545641"/>
                    <a:pt x="2668979" y="608151"/>
                  </a:cubicBezTo>
                  <a:cubicBezTo>
                    <a:pt x="2675919" y="642880"/>
                    <a:pt x="2682858" y="677608"/>
                    <a:pt x="2682858" y="712336"/>
                  </a:cubicBezTo>
                  <a:cubicBezTo>
                    <a:pt x="2689798" y="754010"/>
                    <a:pt x="2675919" y="781792"/>
                    <a:pt x="2648160" y="802629"/>
                  </a:cubicBezTo>
                  <a:cubicBezTo>
                    <a:pt x="2592643" y="844303"/>
                    <a:pt x="2523247" y="865140"/>
                    <a:pt x="2453851" y="858194"/>
                  </a:cubicBezTo>
                  <a:cubicBezTo>
                    <a:pt x="2412213" y="851249"/>
                    <a:pt x="2384455" y="830412"/>
                    <a:pt x="2363636" y="788738"/>
                  </a:cubicBezTo>
                  <a:cubicBezTo>
                    <a:pt x="2356696" y="774847"/>
                    <a:pt x="2349757" y="760955"/>
                    <a:pt x="2349757" y="747064"/>
                  </a:cubicBezTo>
                  <a:cubicBezTo>
                    <a:pt x="2328938" y="670662"/>
                    <a:pt x="2308119" y="594260"/>
                    <a:pt x="2287300" y="517858"/>
                  </a:cubicBezTo>
                  <a:cubicBezTo>
                    <a:pt x="2287300" y="517858"/>
                    <a:pt x="2280361" y="510913"/>
                    <a:pt x="2280361" y="503967"/>
                  </a:cubicBezTo>
                  <a:cubicBezTo>
                    <a:pt x="2273421" y="483130"/>
                    <a:pt x="2259542" y="469239"/>
                    <a:pt x="2231783" y="469239"/>
                  </a:cubicBezTo>
                  <a:cubicBezTo>
                    <a:pt x="2224844" y="469239"/>
                    <a:pt x="2224844" y="469239"/>
                    <a:pt x="2217904" y="462293"/>
                  </a:cubicBezTo>
                  <a:cubicBezTo>
                    <a:pt x="2273421" y="434511"/>
                    <a:pt x="2342817" y="420619"/>
                    <a:pt x="2405274" y="399782"/>
                  </a:cubicBezTo>
                  <a:cubicBezTo>
                    <a:pt x="2412213" y="399782"/>
                    <a:pt x="2419153" y="399782"/>
                    <a:pt x="2426093" y="399782"/>
                  </a:cubicBezTo>
                  <a:cubicBezTo>
                    <a:pt x="2426093" y="399782"/>
                    <a:pt x="2426093" y="399782"/>
                    <a:pt x="2426093" y="406728"/>
                  </a:cubicBezTo>
                  <a:cubicBezTo>
                    <a:pt x="2419153" y="406728"/>
                    <a:pt x="2412213" y="413674"/>
                    <a:pt x="2405274" y="413674"/>
                  </a:cubicBezTo>
                  <a:cubicBezTo>
                    <a:pt x="2384455" y="427565"/>
                    <a:pt x="2377515" y="441456"/>
                    <a:pt x="2384455" y="469239"/>
                  </a:cubicBezTo>
                  <a:cubicBezTo>
                    <a:pt x="2405274" y="559532"/>
                    <a:pt x="2433032" y="649825"/>
                    <a:pt x="2453851" y="740119"/>
                  </a:cubicBezTo>
                  <a:cubicBezTo>
                    <a:pt x="2460791" y="747064"/>
                    <a:pt x="2460791" y="747064"/>
                    <a:pt x="2460791" y="754010"/>
                  </a:cubicBezTo>
                  <a:cubicBezTo>
                    <a:pt x="2481609" y="802629"/>
                    <a:pt x="2516308" y="823466"/>
                    <a:pt x="2564885" y="816521"/>
                  </a:cubicBezTo>
                  <a:cubicBezTo>
                    <a:pt x="2627341" y="802629"/>
                    <a:pt x="2662040" y="767901"/>
                    <a:pt x="2662040" y="712336"/>
                  </a:cubicBezTo>
                  <a:cubicBezTo>
                    <a:pt x="2662040" y="684553"/>
                    <a:pt x="2655100" y="663717"/>
                    <a:pt x="2655100" y="642880"/>
                  </a:cubicBezTo>
                  <a:cubicBezTo>
                    <a:pt x="2634281" y="573423"/>
                    <a:pt x="2613462" y="503967"/>
                    <a:pt x="2592643" y="434511"/>
                  </a:cubicBezTo>
                  <a:cubicBezTo>
                    <a:pt x="2578764" y="385891"/>
                    <a:pt x="2571825" y="378945"/>
                    <a:pt x="2523247" y="378945"/>
                  </a:cubicBezTo>
                  <a:cubicBezTo>
                    <a:pt x="2516308" y="378945"/>
                    <a:pt x="2516308" y="378945"/>
                    <a:pt x="2509368" y="378945"/>
                  </a:cubicBezTo>
                  <a:close/>
                </a:path>
                <a:path w="6748090" h="6732364">
                  <a:moveTo>
                    <a:pt x="5788572" y="2293059"/>
                  </a:moveTo>
                  <a:cubicBezTo>
                    <a:pt x="5837354" y="2272086"/>
                    <a:pt x="5886137" y="2251113"/>
                    <a:pt x="5927950" y="2230139"/>
                  </a:cubicBezTo>
                  <a:cubicBezTo>
                    <a:pt x="5941888" y="2244121"/>
                    <a:pt x="5934919" y="2251113"/>
                    <a:pt x="5927950" y="2258104"/>
                  </a:cubicBezTo>
                  <a:cubicBezTo>
                    <a:pt x="5907043" y="2279077"/>
                    <a:pt x="5886137" y="2300050"/>
                    <a:pt x="5872199" y="2321023"/>
                  </a:cubicBezTo>
                  <a:cubicBezTo>
                    <a:pt x="5844323" y="2369960"/>
                    <a:pt x="5851292" y="2411906"/>
                    <a:pt x="5879168" y="2460843"/>
                  </a:cubicBezTo>
                  <a:cubicBezTo>
                    <a:pt x="5900074" y="2488808"/>
                    <a:pt x="5920981" y="2495799"/>
                    <a:pt x="5955826" y="2488808"/>
                  </a:cubicBezTo>
                  <a:cubicBezTo>
                    <a:pt x="5983701" y="2481817"/>
                    <a:pt x="6004608" y="2460843"/>
                    <a:pt x="6011577" y="2432879"/>
                  </a:cubicBezTo>
                  <a:cubicBezTo>
                    <a:pt x="6011577" y="2418897"/>
                    <a:pt x="6011577" y="2397924"/>
                    <a:pt x="6011577" y="2383942"/>
                  </a:cubicBezTo>
                  <a:cubicBezTo>
                    <a:pt x="6018546" y="2335005"/>
                    <a:pt x="6018546" y="2286068"/>
                    <a:pt x="6032483" y="2237130"/>
                  </a:cubicBezTo>
                  <a:cubicBezTo>
                    <a:pt x="6046421" y="2181202"/>
                    <a:pt x="6088235" y="2153238"/>
                    <a:pt x="6143986" y="2146247"/>
                  </a:cubicBezTo>
                  <a:cubicBezTo>
                    <a:pt x="6185799" y="2139256"/>
                    <a:pt x="6220644" y="2160229"/>
                    <a:pt x="6248519" y="2188193"/>
                  </a:cubicBezTo>
                  <a:cubicBezTo>
                    <a:pt x="6276395" y="2223148"/>
                    <a:pt x="6290333" y="2265095"/>
                    <a:pt x="6297302" y="2307041"/>
                  </a:cubicBezTo>
                  <a:cubicBezTo>
                    <a:pt x="6297302" y="2321023"/>
                    <a:pt x="6297302" y="2328014"/>
                    <a:pt x="6297302" y="2335005"/>
                  </a:cubicBezTo>
                  <a:cubicBezTo>
                    <a:pt x="6297302" y="2348987"/>
                    <a:pt x="6304271" y="2362969"/>
                    <a:pt x="6318208" y="2362969"/>
                  </a:cubicBezTo>
                  <a:cubicBezTo>
                    <a:pt x="6325177" y="2362969"/>
                    <a:pt x="6332146" y="2369960"/>
                    <a:pt x="6339115" y="2376951"/>
                  </a:cubicBezTo>
                  <a:cubicBezTo>
                    <a:pt x="6311239" y="2397924"/>
                    <a:pt x="6227613" y="2432879"/>
                    <a:pt x="6199737" y="2432879"/>
                  </a:cubicBezTo>
                  <a:cubicBezTo>
                    <a:pt x="6206706" y="2418897"/>
                    <a:pt x="6213675" y="2411906"/>
                    <a:pt x="6220644" y="2404915"/>
                  </a:cubicBezTo>
                  <a:cubicBezTo>
                    <a:pt x="6241550" y="2376951"/>
                    <a:pt x="6262457" y="2355978"/>
                    <a:pt x="6269426" y="2321023"/>
                  </a:cubicBezTo>
                  <a:cubicBezTo>
                    <a:pt x="6276395" y="2286068"/>
                    <a:pt x="6269426" y="2251113"/>
                    <a:pt x="6241550" y="2223148"/>
                  </a:cubicBezTo>
                  <a:cubicBezTo>
                    <a:pt x="6213675" y="2188193"/>
                    <a:pt x="6157924" y="2195184"/>
                    <a:pt x="6137017" y="2237130"/>
                  </a:cubicBezTo>
                  <a:cubicBezTo>
                    <a:pt x="6130048" y="2251113"/>
                    <a:pt x="6130048" y="2272086"/>
                    <a:pt x="6130048" y="2286068"/>
                  </a:cubicBezTo>
                  <a:cubicBezTo>
                    <a:pt x="6123079" y="2328014"/>
                    <a:pt x="6130048" y="2369960"/>
                    <a:pt x="6123079" y="2411906"/>
                  </a:cubicBezTo>
                  <a:cubicBezTo>
                    <a:pt x="6116110" y="2432879"/>
                    <a:pt x="6116110" y="2460843"/>
                    <a:pt x="6102172" y="2488808"/>
                  </a:cubicBezTo>
                  <a:cubicBezTo>
                    <a:pt x="6060359" y="2558718"/>
                    <a:pt x="5955826" y="2579691"/>
                    <a:pt x="5893105" y="2509781"/>
                  </a:cubicBezTo>
                  <a:cubicBezTo>
                    <a:pt x="5865230" y="2467834"/>
                    <a:pt x="5844323" y="2425888"/>
                    <a:pt x="5837354" y="2376951"/>
                  </a:cubicBezTo>
                  <a:cubicBezTo>
                    <a:pt x="5823416" y="2328014"/>
                    <a:pt x="5823416" y="2328014"/>
                    <a:pt x="5788572" y="2293059"/>
                  </a:cubicBezTo>
                  <a:close/>
                </a:path>
                <a:path w="6748090" h="6732364">
                  <a:moveTo>
                    <a:pt x="6247494" y="4487368"/>
                  </a:moveTo>
                  <a:cubicBezTo>
                    <a:pt x="6254542" y="4480377"/>
                    <a:pt x="6254542" y="4473386"/>
                    <a:pt x="6254542" y="4466395"/>
                  </a:cubicBezTo>
                  <a:cubicBezTo>
                    <a:pt x="6268637" y="4424449"/>
                    <a:pt x="6261589" y="4417458"/>
                    <a:pt x="6212255" y="4417458"/>
                  </a:cubicBezTo>
                  <a:cubicBezTo>
                    <a:pt x="6177016" y="4424449"/>
                    <a:pt x="6148825" y="4424449"/>
                    <a:pt x="6113586" y="4431440"/>
                  </a:cubicBezTo>
                  <a:cubicBezTo>
                    <a:pt x="6092443" y="4431440"/>
                    <a:pt x="6078347" y="4431440"/>
                    <a:pt x="6057204" y="4431440"/>
                  </a:cubicBezTo>
                  <a:cubicBezTo>
                    <a:pt x="6050156" y="4438431"/>
                    <a:pt x="6043108" y="4438431"/>
                    <a:pt x="6029013" y="4438431"/>
                  </a:cubicBezTo>
                  <a:cubicBezTo>
                    <a:pt x="6043108" y="4459404"/>
                    <a:pt x="6057204" y="4480377"/>
                    <a:pt x="6071299" y="4494359"/>
                  </a:cubicBezTo>
                  <a:cubicBezTo>
                    <a:pt x="6085395" y="4522323"/>
                    <a:pt x="6106538" y="4543296"/>
                    <a:pt x="6127682" y="4571260"/>
                  </a:cubicBezTo>
                  <a:cubicBezTo>
                    <a:pt x="6134729" y="4578251"/>
                    <a:pt x="6141777" y="4592234"/>
                    <a:pt x="6148825" y="4599225"/>
                  </a:cubicBezTo>
                  <a:cubicBezTo>
                    <a:pt x="6169968" y="4613207"/>
                    <a:pt x="6184064" y="4613207"/>
                    <a:pt x="6198159" y="4592234"/>
                  </a:cubicBezTo>
                  <a:cubicBezTo>
                    <a:pt x="6205207" y="4585243"/>
                    <a:pt x="6212255" y="4578251"/>
                    <a:pt x="6219303" y="4564269"/>
                  </a:cubicBezTo>
                  <a:cubicBezTo>
                    <a:pt x="6219303" y="4592234"/>
                    <a:pt x="6191112" y="4683117"/>
                    <a:pt x="6169968" y="4711081"/>
                  </a:cubicBezTo>
                  <a:cubicBezTo>
                    <a:pt x="6169968" y="4704090"/>
                    <a:pt x="6162921" y="4704090"/>
                    <a:pt x="6162921" y="4704090"/>
                  </a:cubicBezTo>
                  <a:cubicBezTo>
                    <a:pt x="6162921" y="4676126"/>
                    <a:pt x="6148825" y="4655153"/>
                    <a:pt x="6134729" y="4627189"/>
                  </a:cubicBezTo>
                  <a:cubicBezTo>
                    <a:pt x="6092443" y="4578251"/>
                    <a:pt x="6057204" y="4522323"/>
                    <a:pt x="6014917" y="4466395"/>
                  </a:cubicBezTo>
                  <a:cubicBezTo>
                    <a:pt x="6007869" y="4452413"/>
                    <a:pt x="6000822" y="4445422"/>
                    <a:pt x="5979678" y="4438431"/>
                  </a:cubicBezTo>
                  <a:cubicBezTo>
                    <a:pt x="5951487" y="4424449"/>
                    <a:pt x="5916248" y="4410467"/>
                    <a:pt x="5888057" y="4396485"/>
                  </a:cubicBezTo>
                  <a:cubicBezTo>
                    <a:pt x="5845770" y="4382503"/>
                    <a:pt x="5838723" y="4382503"/>
                    <a:pt x="5810532" y="4424449"/>
                  </a:cubicBezTo>
                  <a:cubicBezTo>
                    <a:pt x="5810532" y="4424449"/>
                    <a:pt x="5803484" y="4424449"/>
                    <a:pt x="5803484" y="4431440"/>
                  </a:cubicBezTo>
                  <a:cubicBezTo>
                    <a:pt x="5803484" y="4424449"/>
                    <a:pt x="5796436" y="4424449"/>
                    <a:pt x="5796436" y="4417458"/>
                  </a:cubicBezTo>
                  <a:cubicBezTo>
                    <a:pt x="5824627" y="4347548"/>
                    <a:pt x="5852818" y="4284628"/>
                    <a:pt x="5881009" y="4214718"/>
                  </a:cubicBezTo>
                  <a:cubicBezTo>
                    <a:pt x="5881009" y="4214718"/>
                    <a:pt x="5881009" y="4207727"/>
                    <a:pt x="5888057" y="4207727"/>
                  </a:cubicBezTo>
                  <a:cubicBezTo>
                    <a:pt x="5888057" y="4214718"/>
                    <a:pt x="5888057" y="4221709"/>
                    <a:pt x="5888057" y="4228700"/>
                  </a:cubicBezTo>
                  <a:cubicBezTo>
                    <a:pt x="5881009" y="4263655"/>
                    <a:pt x="5888057" y="4277637"/>
                    <a:pt x="5923296" y="4291619"/>
                  </a:cubicBezTo>
                  <a:cubicBezTo>
                    <a:pt x="5951487" y="4305601"/>
                    <a:pt x="5979678" y="4319583"/>
                    <a:pt x="6007869" y="4326574"/>
                  </a:cubicBezTo>
                  <a:cubicBezTo>
                    <a:pt x="6014917" y="4333566"/>
                    <a:pt x="6029013" y="4333566"/>
                    <a:pt x="6036060" y="4333566"/>
                  </a:cubicBezTo>
                  <a:cubicBezTo>
                    <a:pt x="6113586" y="4326574"/>
                    <a:pt x="6191112" y="4312592"/>
                    <a:pt x="6268637" y="4305601"/>
                  </a:cubicBezTo>
                  <a:cubicBezTo>
                    <a:pt x="6289781" y="4298610"/>
                    <a:pt x="6317972" y="4291619"/>
                    <a:pt x="6332067" y="4263655"/>
                  </a:cubicBezTo>
                  <a:cubicBezTo>
                    <a:pt x="6339115" y="4270646"/>
                    <a:pt x="6339115" y="4277637"/>
                    <a:pt x="6339115" y="4277637"/>
                  </a:cubicBezTo>
                  <a:cubicBezTo>
                    <a:pt x="6317972" y="4347548"/>
                    <a:pt x="6289781" y="4410467"/>
                    <a:pt x="6261589" y="4480377"/>
                  </a:cubicBezTo>
                  <a:cubicBezTo>
                    <a:pt x="6261589" y="4480377"/>
                    <a:pt x="6261589" y="4480377"/>
                    <a:pt x="6247494" y="4487368"/>
                  </a:cubicBezTo>
                  <a:close/>
                </a:path>
                <a:path w="6748090" h="6732364">
                  <a:moveTo>
                    <a:pt x="6028335" y="3498725"/>
                  </a:moveTo>
                  <a:cubicBezTo>
                    <a:pt x="6028335" y="3505687"/>
                    <a:pt x="6028335" y="3512650"/>
                    <a:pt x="6028335" y="3519612"/>
                  </a:cubicBezTo>
                  <a:cubicBezTo>
                    <a:pt x="6035391" y="3547461"/>
                    <a:pt x="6049501" y="3561386"/>
                    <a:pt x="6077722" y="3568349"/>
                  </a:cubicBezTo>
                  <a:cubicBezTo>
                    <a:pt x="6134165" y="3568349"/>
                    <a:pt x="6197662" y="3575311"/>
                    <a:pt x="6254104" y="3582273"/>
                  </a:cubicBezTo>
                  <a:cubicBezTo>
                    <a:pt x="6310547" y="3582273"/>
                    <a:pt x="6366989" y="3589236"/>
                    <a:pt x="6423431" y="3589236"/>
                  </a:cubicBezTo>
                  <a:cubicBezTo>
                    <a:pt x="6430486" y="3589236"/>
                    <a:pt x="6437542" y="3589236"/>
                    <a:pt x="6444597" y="3589236"/>
                  </a:cubicBezTo>
                  <a:cubicBezTo>
                    <a:pt x="6451652" y="3568349"/>
                    <a:pt x="6444597" y="3547461"/>
                    <a:pt x="6437542" y="3526574"/>
                  </a:cubicBezTo>
                  <a:cubicBezTo>
                    <a:pt x="6430486" y="3498725"/>
                    <a:pt x="6423431" y="3484800"/>
                    <a:pt x="6402265" y="3470875"/>
                  </a:cubicBezTo>
                  <a:cubicBezTo>
                    <a:pt x="6381099" y="3456951"/>
                    <a:pt x="6359934" y="3449988"/>
                    <a:pt x="6345823" y="3436063"/>
                  </a:cubicBezTo>
                  <a:cubicBezTo>
                    <a:pt x="6388155" y="3429101"/>
                    <a:pt x="6430486" y="3436063"/>
                    <a:pt x="6472818" y="3443026"/>
                  </a:cubicBezTo>
                  <a:cubicBezTo>
                    <a:pt x="6465763" y="3575311"/>
                    <a:pt x="6451652" y="3714558"/>
                    <a:pt x="6444597" y="3853806"/>
                  </a:cubicBezTo>
                  <a:cubicBezTo>
                    <a:pt x="6402265" y="3853806"/>
                    <a:pt x="6359934" y="3853806"/>
                    <a:pt x="6317602" y="3846844"/>
                  </a:cubicBezTo>
                  <a:cubicBezTo>
                    <a:pt x="6317602" y="3839881"/>
                    <a:pt x="6317602" y="3832919"/>
                    <a:pt x="6324657" y="3825956"/>
                  </a:cubicBezTo>
                  <a:cubicBezTo>
                    <a:pt x="6324657" y="3825956"/>
                    <a:pt x="6331712" y="3825956"/>
                    <a:pt x="6338768" y="3825956"/>
                  </a:cubicBezTo>
                  <a:cubicBezTo>
                    <a:pt x="6402265" y="3812032"/>
                    <a:pt x="6437542" y="3777220"/>
                    <a:pt x="6437542" y="3707596"/>
                  </a:cubicBezTo>
                  <a:cubicBezTo>
                    <a:pt x="6430486" y="3700634"/>
                    <a:pt x="6423431" y="3700634"/>
                    <a:pt x="6416376" y="3700634"/>
                  </a:cubicBezTo>
                  <a:cubicBezTo>
                    <a:pt x="6317602" y="3693671"/>
                    <a:pt x="6211773" y="3686709"/>
                    <a:pt x="6112999" y="3679747"/>
                  </a:cubicBezTo>
                  <a:cubicBezTo>
                    <a:pt x="6098888" y="3679747"/>
                    <a:pt x="6084778" y="3672784"/>
                    <a:pt x="6077722" y="3672784"/>
                  </a:cubicBezTo>
                  <a:cubicBezTo>
                    <a:pt x="6042446" y="3672784"/>
                    <a:pt x="6021280" y="3679747"/>
                    <a:pt x="6014225" y="3714558"/>
                  </a:cubicBezTo>
                  <a:cubicBezTo>
                    <a:pt x="6014225" y="3721521"/>
                    <a:pt x="6014225" y="3728483"/>
                    <a:pt x="6007170" y="3742408"/>
                  </a:cubicBezTo>
                  <a:cubicBezTo>
                    <a:pt x="5993059" y="3714558"/>
                    <a:pt x="6007170" y="3693671"/>
                    <a:pt x="6007170" y="3679747"/>
                  </a:cubicBezTo>
                  <a:cubicBezTo>
                    <a:pt x="6007170" y="3658859"/>
                    <a:pt x="6007170" y="3637972"/>
                    <a:pt x="6007170" y="3617085"/>
                  </a:cubicBezTo>
                  <a:cubicBezTo>
                    <a:pt x="6007170" y="3596198"/>
                    <a:pt x="6007170" y="3575311"/>
                    <a:pt x="6014225" y="3554424"/>
                  </a:cubicBezTo>
                  <a:cubicBezTo>
                    <a:pt x="6014225" y="3533537"/>
                    <a:pt x="6007170" y="3512650"/>
                    <a:pt x="6021280" y="3491762"/>
                  </a:cubicBezTo>
                  <a:cubicBezTo>
                    <a:pt x="6021280" y="3491762"/>
                    <a:pt x="6021280" y="3498725"/>
                    <a:pt x="6028335" y="3498725"/>
                  </a:cubicBezTo>
                  <a:close/>
                </a:path>
                <a:path w="6748090" h="6732364">
                  <a:moveTo>
                    <a:pt x="4446896" y="967384"/>
                  </a:moveTo>
                  <a:cubicBezTo>
                    <a:pt x="4439805" y="946241"/>
                    <a:pt x="4439805" y="939193"/>
                    <a:pt x="4439805" y="925097"/>
                  </a:cubicBezTo>
                  <a:cubicBezTo>
                    <a:pt x="4439805" y="791190"/>
                    <a:pt x="4439805" y="657282"/>
                    <a:pt x="4439805" y="523374"/>
                  </a:cubicBezTo>
                  <a:cubicBezTo>
                    <a:pt x="4439805" y="488135"/>
                    <a:pt x="4439805" y="452896"/>
                    <a:pt x="4404348" y="431753"/>
                  </a:cubicBezTo>
                  <a:cubicBezTo>
                    <a:pt x="4432713" y="424705"/>
                    <a:pt x="4588722" y="495183"/>
                    <a:pt x="4609996" y="523374"/>
                  </a:cubicBezTo>
                  <a:cubicBezTo>
                    <a:pt x="4602905" y="516326"/>
                    <a:pt x="4595813" y="516326"/>
                    <a:pt x="4581631" y="516326"/>
                  </a:cubicBezTo>
                  <a:cubicBezTo>
                    <a:pt x="4560357" y="509278"/>
                    <a:pt x="4553266" y="516326"/>
                    <a:pt x="4546174" y="537469"/>
                  </a:cubicBezTo>
                  <a:cubicBezTo>
                    <a:pt x="4546174" y="544517"/>
                    <a:pt x="4546174" y="551565"/>
                    <a:pt x="4546174" y="558613"/>
                  </a:cubicBezTo>
                  <a:cubicBezTo>
                    <a:pt x="4539083" y="643186"/>
                    <a:pt x="4539083" y="727760"/>
                    <a:pt x="4539083" y="812333"/>
                  </a:cubicBezTo>
                  <a:cubicBezTo>
                    <a:pt x="4539083" y="812333"/>
                    <a:pt x="4539083" y="819381"/>
                    <a:pt x="4546174" y="826428"/>
                  </a:cubicBezTo>
                  <a:cubicBezTo>
                    <a:pt x="4546174" y="826428"/>
                    <a:pt x="4553266" y="826428"/>
                    <a:pt x="4553266" y="826428"/>
                  </a:cubicBezTo>
                  <a:cubicBezTo>
                    <a:pt x="4609996" y="762998"/>
                    <a:pt x="4666727" y="706616"/>
                    <a:pt x="4723457" y="643186"/>
                  </a:cubicBezTo>
                  <a:cubicBezTo>
                    <a:pt x="4723457" y="643186"/>
                    <a:pt x="4723457" y="643186"/>
                    <a:pt x="4723457" y="643186"/>
                  </a:cubicBezTo>
                  <a:cubicBezTo>
                    <a:pt x="4751822" y="607947"/>
                    <a:pt x="4751822" y="593852"/>
                    <a:pt x="4716366" y="572708"/>
                  </a:cubicBezTo>
                  <a:cubicBezTo>
                    <a:pt x="4709274" y="565661"/>
                    <a:pt x="4709274" y="565661"/>
                    <a:pt x="4709274" y="558613"/>
                  </a:cubicBezTo>
                  <a:cubicBezTo>
                    <a:pt x="4751822" y="565661"/>
                    <a:pt x="4794370" y="586804"/>
                    <a:pt x="4836918" y="607947"/>
                  </a:cubicBezTo>
                  <a:cubicBezTo>
                    <a:pt x="4829827" y="614995"/>
                    <a:pt x="4829827" y="614995"/>
                    <a:pt x="4822735" y="614995"/>
                  </a:cubicBezTo>
                  <a:cubicBezTo>
                    <a:pt x="4794370" y="614995"/>
                    <a:pt x="4773096" y="629091"/>
                    <a:pt x="4751822" y="650234"/>
                  </a:cubicBezTo>
                  <a:cubicBezTo>
                    <a:pt x="4659635" y="748903"/>
                    <a:pt x="4567448" y="847572"/>
                    <a:pt x="4475261" y="939193"/>
                  </a:cubicBezTo>
                  <a:cubicBezTo>
                    <a:pt x="4468170" y="946241"/>
                    <a:pt x="4461078" y="953288"/>
                    <a:pt x="4446896" y="967384"/>
                  </a:cubicBezTo>
                  <a:close/>
                </a:path>
                <a:path w="6748090" h="6732364">
                  <a:moveTo>
                    <a:pt x="479759" y="2224609"/>
                  </a:moveTo>
                  <a:cubicBezTo>
                    <a:pt x="479759" y="2189152"/>
                    <a:pt x="556525" y="2026052"/>
                    <a:pt x="584440" y="1997687"/>
                  </a:cubicBezTo>
                  <a:cubicBezTo>
                    <a:pt x="577461" y="2004778"/>
                    <a:pt x="577461" y="2011870"/>
                    <a:pt x="577461" y="2018961"/>
                  </a:cubicBezTo>
                  <a:cubicBezTo>
                    <a:pt x="570482" y="2061509"/>
                    <a:pt x="577461" y="2075691"/>
                    <a:pt x="612355" y="2089874"/>
                  </a:cubicBezTo>
                  <a:cubicBezTo>
                    <a:pt x="703078" y="2139513"/>
                    <a:pt x="793801" y="2189152"/>
                    <a:pt x="884525" y="2231700"/>
                  </a:cubicBezTo>
                  <a:cubicBezTo>
                    <a:pt x="919418" y="2252974"/>
                    <a:pt x="933376" y="2245883"/>
                    <a:pt x="954312" y="2217518"/>
                  </a:cubicBezTo>
                  <a:cubicBezTo>
                    <a:pt x="961291" y="2210426"/>
                    <a:pt x="968269" y="2203335"/>
                    <a:pt x="975248" y="2196244"/>
                  </a:cubicBezTo>
                  <a:cubicBezTo>
                    <a:pt x="968269" y="2224609"/>
                    <a:pt x="898482" y="2394800"/>
                    <a:pt x="870567" y="2430257"/>
                  </a:cubicBezTo>
                  <a:cubicBezTo>
                    <a:pt x="870567" y="2416074"/>
                    <a:pt x="870567" y="2408983"/>
                    <a:pt x="870567" y="2401892"/>
                  </a:cubicBezTo>
                  <a:cubicBezTo>
                    <a:pt x="877546" y="2366435"/>
                    <a:pt x="870567" y="2352253"/>
                    <a:pt x="842652" y="2330979"/>
                  </a:cubicBezTo>
                  <a:cubicBezTo>
                    <a:pt x="751929" y="2288431"/>
                    <a:pt x="661206" y="2238792"/>
                    <a:pt x="570482" y="2196244"/>
                  </a:cubicBezTo>
                  <a:cubicBezTo>
                    <a:pt x="528610" y="2174970"/>
                    <a:pt x="521631" y="2174970"/>
                    <a:pt x="486738" y="2210426"/>
                  </a:cubicBezTo>
                  <a:cubicBezTo>
                    <a:pt x="486738" y="2217518"/>
                    <a:pt x="486738" y="2217518"/>
                    <a:pt x="479759" y="2224609"/>
                  </a:cubicBezTo>
                  <a:close/>
                </a:path>
                <a:path w="6748090" h="6732364">
                  <a:moveTo>
                    <a:pt x="6019959" y="3122369"/>
                  </a:moveTo>
                  <a:cubicBezTo>
                    <a:pt x="6006053" y="3052459"/>
                    <a:pt x="5999100" y="2975558"/>
                    <a:pt x="5985194" y="2898656"/>
                  </a:cubicBezTo>
                  <a:cubicBezTo>
                    <a:pt x="5985194" y="2898656"/>
                    <a:pt x="5985194" y="2891665"/>
                    <a:pt x="5992147" y="2884674"/>
                  </a:cubicBezTo>
                  <a:cubicBezTo>
                    <a:pt x="5999100" y="2898656"/>
                    <a:pt x="5999100" y="2905647"/>
                    <a:pt x="6006053" y="2912638"/>
                  </a:cubicBezTo>
                  <a:cubicBezTo>
                    <a:pt x="6019959" y="2940602"/>
                    <a:pt x="6026912" y="2947593"/>
                    <a:pt x="6061677" y="2940602"/>
                  </a:cubicBezTo>
                  <a:cubicBezTo>
                    <a:pt x="6145114" y="2926620"/>
                    <a:pt x="6228550" y="2912638"/>
                    <a:pt x="6311986" y="2898656"/>
                  </a:cubicBezTo>
                  <a:cubicBezTo>
                    <a:pt x="6332845" y="2898656"/>
                    <a:pt x="6346752" y="2891665"/>
                    <a:pt x="6367611" y="2891665"/>
                  </a:cubicBezTo>
                  <a:cubicBezTo>
                    <a:pt x="6402376" y="2884674"/>
                    <a:pt x="6409329" y="2870692"/>
                    <a:pt x="6416282" y="2842728"/>
                  </a:cubicBezTo>
                  <a:cubicBezTo>
                    <a:pt x="6416282" y="2835737"/>
                    <a:pt x="6416282" y="2828746"/>
                    <a:pt x="6416282" y="2807773"/>
                  </a:cubicBezTo>
                  <a:cubicBezTo>
                    <a:pt x="6423235" y="2821755"/>
                    <a:pt x="6430188" y="2828746"/>
                    <a:pt x="6430188" y="2828746"/>
                  </a:cubicBezTo>
                  <a:cubicBezTo>
                    <a:pt x="6437141" y="2905647"/>
                    <a:pt x="6451047" y="2975558"/>
                    <a:pt x="6464953" y="3052459"/>
                  </a:cubicBezTo>
                  <a:cubicBezTo>
                    <a:pt x="6458000" y="3052459"/>
                    <a:pt x="6458000" y="3052459"/>
                    <a:pt x="6451047" y="3052459"/>
                  </a:cubicBezTo>
                  <a:cubicBezTo>
                    <a:pt x="6451047" y="3052459"/>
                    <a:pt x="6444094" y="3045468"/>
                    <a:pt x="6444094" y="3038477"/>
                  </a:cubicBezTo>
                  <a:cubicBezTo>
                    <a:pt x="6430188" y="3003522"/>
                    <a:pt x="6416282" y="2996531"/>
                    <a:pt x="6381517" y="2996531"/>
                  </a:cubicBezTo>
                  <a:cubicBezTo>
                    <a:pt x="6284174" y="3017504"/>
                    <a:pt x="6179879" y="3031486"/>
                    <a:pt x="6082536" y="3052459"/>
                  </a:cubicBezTo>
                  <a:cubicBezTo>
                    <a:pt x="6047771" y="3052459"/>
                    <a:pt x="6033865" y="3066441"/>
                    <a:pt x="6033865" y="3101396"/>
                  </a:cubicBezTo>
                  <a:cubicBezTo>
                    <a:pt x="6033865" y="3108387"/>
                    <a:pt x="6026912" y="3115378"/>
                    <a:pt x="6026912" y="3122369"/>
                  </a:cubicBezTo>
                  <a:cubicBezTo>
                    <a:pt x="6026912" y="3122369"/>
                    <a:pt x="6019959" y="3122369"/>
                    <a:pt x="6019959" y="3122369"/>
                  </a:cubicBezTo>
                  <a:close/>
                </a:path>
                <a:path w="6748090" h="6732364">
                  <a:moveTo>
                    <a:pt x="3766355" y="736830"/>
                  </a:moveTo>
                  <a:cubicBezTo>
                    <a:pt x="3773283" y="736830"/>
                    <a:pt x="3780212" y="736830"/>
                    <a:pt x="3787140" y="736830"/>
                  </a:cubicBezTo>
                  <a:cubicBezTo>
                    <a:pt x="3814855" y="729864"/>
                    <a:pt x="3828712" y="722898"/>
                    <a:pt x="3828712" y="688067"/>
                  </a:cubicBezTo>
                  <a:cubicBezTo>
                    <a:pt x="3835641" y="653237"/>
                    <a:pt x="3842569" y="618407"/>
                    <a:pt x="3849498" y="576610"/>
                  </a:cubicBezTo>
                  <a:cubicBezTo>
                    <a:pt x="3856427" y="513916"/>
                    <a:pt x="3863355" y="451221"/>
                    <a:pt x="3870284" y="388527"/>
                  </a:cubicBezTo>
                  <a:cubicBezTo>
                    <a:pt x="3870284" y="381561"/>
                    <a:pt x="3877213" y="374595"/>
                    <a:pt x="3877213" y="360663"/>
                  </a:cubicBezTo>
                  <a:cubicBezTo>
                    <a:pt x="3877213" y="325832"/>
                    <a:pt x="3870284" y="318866"/>
                    <a:pt x="3835641" y="304934"/>
                  </a:cubicBezTo>
                  <a:cubicBezTo>
                    <a:pt x="3828712" y="297968"/>
                    <a:pt x="3828712" y="297968"/>
                    <a:pt x="3821784" y="291002"/>
                  </a:cubicBezTo>
                  <a:cubicBezTo>
                    <a:pt x="3897998" y="297968"/>
                    <a:pt x="3974213" y="304934"/>
                    <a:pt x="4050428" y="318866"/>
                  </a:cubicBezTo>
                  <a:cubicBezTo>
                    <a:pt x="4050428" y="325832"/>
                    <a:pt x="4050428" y="325832"/>
                    <a:pt x="4050428" y="325832"/>
                  </a:cubicBezTo>
                  <a:cubicBezTo>
                    <a:pt x="4043499" y="325832"/>
                    <a:pt x="4036571" y="332798"/>
                    <a:pt x="4029642" y="332798"/>
                  </a:cubicBezTo>
                  <a:cubicBezTo>
                    <a:pt x="3994999" y="332798"/>
                    <a:pt x="3981142" y="339764"/>
                    <a:pt x="3981142" y="381561"/>
                  </a:cubicBezTo>
                  <a:cubicBezTo>
                    <a:pt x="3967285" y="458187"/>
                    <a:pt x="3953427" y="541780"/>
                    <a:pt x="3946499" y="618407"/>
                  </a:cubicBezTo>
                  <a:cubicBezTo>
                    <a:pt x="3939570" y="646271"/>
                    <a:pt x="3939570" y="674135"/>
                    <a:pt x="3932641" y="695033"/>
                  </a:cubicBezTo>
                  <a:cubicBezTo>
                    <a:pt x="3932641" y="736830"/>
                    <a:pt x="3939570" y="750762"/>
                    <a:pt x="3974213" y="764694"/>
                  </a:cubicBezTo>
                  <a:cubicBezTo>
                    <a:pt x="3981142" y="764694"/>
                    <a:pt x="3981142" y="771660"/>
                    <a:pt x="3988070" y="771660"/>
                  </a:cubicBezTo>
                  <a:cubicBezTo>
                    <a:pt x="3988070" y="771660"/>
                    <a:pt x="3988070" y="771660"/>
                    <a:pt x="3988070" y="778626"/>
                  </a:cubicBezTo>
                  <a:cubicBezTo>
                    <a:pt x="3911856" y="771660"/>
                    <a:pt x="3835641" y="764694"/>
                    <a:pt x="3759426" y="750762"/>
                  </a:cubicBezTo>
                  <a:cubicBezTo>
                    <a:pt x="3766355" y="743796"/>
                    <a:pt x="3766355" y="743796"/>
                    <a:pt x="3766355" y="736830"/>
                  </a:cubicBezTo>
                  <a:close/>
                </a:path>
                <a:path w="6748090" h="6732364">
                  <a:moveTo>
                    <a:pt x="1988914" y="6132048"/>
                  </a:moveTo>
                  <a:cubicBezTo>
                    <a:pt x="1995872" y="6132048"/>
                    <a:pt x="2009787" y="6132048"/>
                    <a:pt x="2016744" y="6139091"/>
                  </a:cubicBezTo>
                  <a:cubicBezTo>
                    <a:pt x="2051531" y="6146134"/>
                    <a:pt x="2072404" y="6139091"/>
                    <a:pt x="2093276" y="6103875"/>
                  </a:cubicBezTo>
                  <a:cubicBezTo>
                    <a:pt x="2128063" y="6019356"/>
                    <a:pt x="2169807" y="5934838"/>
                    <a:pt x="2204595" y="5857363"/>
                  </a:cubicBezTo>
                  <a:cubicBezTo>
                    <a:pt x="2211552" y="5850319"/>
                    <a:pt x="2211552" y="5843276"/>
                    <a:pt x="2211552" y="5836233"/>
                  </a:cubicBezTo>
                  <a:cubicBezTo>
                    <a:pt x="2218509" y="5808060"/>
                    <a:pt x="2211552" y="5793974"/>
                    <a:pt x="2183722" y="5786930"/>
                  </a:cubicBezTo>
                  <a:cubicBezTo>
                    <a:pt x="2176765" y="5786930"/>
                    <a:pt x="2162850" y="5786930"/>
                    <a:pt x="2141978" y="5779887"/>
                  </a:cubicBezTo>
                  <a:cubicBezTo>
                    <a:pt x="2169807" y="5772844"/>
                    <a:pt x="2288084" y="5772844"/>
                    <a:pt x="2343743" y="5779887"/>
                  </a:cubicBezTo>
                  <a:cubicBezTo>
                    <a:pt x="2343743" y="5786930"/>
                    <a:pt x="2343743" y="5793974"/>
                    <a:pt x="2336786" y="5801017"/>
                  </a:cubicBezTo>
                  <a:cubicBezTo>
                    <a:pt x="2288084" y="5913708"/>
                    <a:pt x="2239382" y="6026400"/>
                    <a:pt x="2183722" y="6139091"/>
                  </a:cubicBezTo>
                  <a:cubicBezTo>
                    <a:pt x="2162850" y="6188393"/>
                    <a:pt x="2162850" y="6202480"/>
                    <a:pt x="2211552" y="6230653"/>
                  </a:cubicBezTo>
                  <a:cubicBezTo>
                    <a:pt x="2211552" y="6230653"/>
                    <a:pt x="2218509" y="6237696"/>
                    <a:pt x="2218509" y="6237696"/>
                  </a:cubicBezTo>
                  <a:cubicBezTo>
                    <a:pt x="2218509" y="6237696"/>
                    <a:pt x="2218509" y="6244739"/>
                    <a:pt x="2218509" y="6244739"/>
                  </a:cubicBezTo>
                  <a:cubicBezTo>
                    <a:pt x="2218509" y="6244739"/>
                    <a:pt x="2211552" y="6244739"/>
                    <a:pt x="2211552" y="6244739"/>
                  </a:cubicBezTo>
                  <a:cubicBezTo>
                    <a:pt x="2141978" y="6209523"/>
                    <a:pt x="2072404" y="6181350"/>
                    <a:pt x="1995872" y="6146134"/>
                  </a:cubicBezTo>
                  <a:cubicBezTo>
                    <a:pt x="1988914" y="6146134"/>
                    <a:pt x="1988914" y="6139091"/>
                    <a:pt x="1981957" y="6139091"/>
                  </a:cubicBezTo>
                  <a:cubicBezTo>
                    <a:pt x="1988914" y="6132048"/>
                    <a:pt x="1988914" y="6132048"/>
                    <a:pt x="1988914" y="6132048"/>
                  </a:cubicBezTo>
                  <a:close/>
                </a:path>
                <a:path w="6748090" h="6732364">
                  <a:moveTo>
                    <a:pt x="5654870" y="3362248"/>
                  </a:moveTo>
                  <a:cubicBezTo>
                    <a:pt x="5654870" y="4612443"/>
                    <a:pt x="4633397" y="5639140"/>
                    <a:pt x="3374047" y="5639140"/>
                  </a:cubicBezTo>
                  <a:cubicBezTo>
                    <a:pt x="2121693" y="5639140"/>
                    <a:pt x="1093224" y="4626412"/>
                    <a:pt x="1093224" y="3362248"/>
                  </a:cubicBezTo>
                  <a:cubicBezTo>
                    <a:pt x="1093224" y="2105068"/>
                    <a:pt x="2114697" y="1085356"/>
                    <a:pt x="3374047" y="1085356"/>
                  </a:cubicBezTo>
                  <a:cubicBezTo>
                    <a:pt x="4633397" y="1085356"/>
                    <a:pt x="5654870" y="2112053"/>
                    <a:pt x="5654870" y="3362248"/>
                  </a:cubicBezTo>
                  <a:close/>
                  <a:moveTo>
                    <a:pt x="3192141" y="3655590"/>
                  </a:moveTo>
                  <a:cubicBezTo>
                    <a:pt x="3192141" y="3669559"/>
                    <a:pt x="3192141" y="3676543"/>
                    <a:pt x="3192141" y="3690512"/>
                  </a:cubicBezTo>
                  <a:cubicBezTo>
                    <a:pt x="3192141" y="3774324"/>
                    <a:pt x="3192141" y="3851151"/>
                    <a:pt x="3192141" y="3934963"/>
                  </a:cubicBezTo>
                  <a:cubicBezTo>
                    <a:pt x="3192141" y="3941947"/>
                    <a:pt x="3192141" y="3948932"/>
                    <a:pt x="3192141" y="3955916"/>
                  </a:cubicBezTo>
                  <a:cubicBezTo>
                    <a:pt x="3192141" y="3997822"/>
                    <a:pt x="3171152" y="4032744"/>
                    <a:pt x="3136170" y="4053697"/>
                  </a:cubicBezTo>
                  <a:cubicBezTo>
                    <a:pt x="3122177" y="4060681"/>
                    <a:pt x="3108184" y="4074650"/>
                    <a:pt x="3087195" y="4081634"/>
                  </a:cubicBezTo>
                  <a:cubicBezTo>
                    <a:pt x="2961260" y="4165446"/>
                    <a:pt x="2856314" y="4277195"/>
                    <a:pt x="2765361" y="4402913"/>
                  </a:cubicBezTo>
                  <a:cubicBezTo>
                    <a:pt x="2667412" y="4549584"/>
                    <a:pt x="2604444" y="4717208"/>
                    <a:pt x="2562466" y="4884832"/>
                  </a:cubicBezTo>
                  <a:cubicBezTo>
                    <a:pt x="2555469" y="4919754"/>
                    <a:pt x="2548473" y="4947691"/>
                    <a:pt x="2548473" y="4982613"/>
                  </a:cubicBezTo>
                  <a:cubicBezTo>
                    <a:pt x="2541477" y="5073409"/>
                    <a:pt x="2597448" y="5143252"/>
                    <a:pt x="2688401" y="5157221"/>
                  </a:cubicBezTo>
                  <a:cubicBezTo>
                    <a:pt x="2765361" y="5171190"/>
                    <a:pt x="2856314" y="5143252"/>
                    <a:pt x="2884300" y="5038488"/>
                  </a:cubicBezTo>
                  <a:cubicBezTo>
                    <a:pt x="2884300" y="5031503"/>
                    <a:pt x="2891296" y="5017535"/>
                    <a:pt x="2891296" y="5010550"/>
                  </a:cubicBezTo>
                  <a:cubicBezTo>
                    <a:pt x="2912285" y="4961660"/>
                    <a:pt x="2926278" y="4905785"/>
                    <a:pt x="2940271" y="4856895"/>
                  </a:cubicBezTo>
                  <a:cubicBezTo>
                    <a:pt x="2982249" y="4738161"/>
                    <a:pt x="3038220" y="4633396"/>
                    <a:pt x="3115181" y="4528631"/>
                  </a:cubicBezTo>
                  <a:cubicBezTo>
                    <a:pt x="3157159" y="4472757"/>
                    <a:pt x="3213130" y="4423866"/>
                    <a:pt x="3276098" y="4388945"/>
                  </a:cubicBezTo>
                  <a:cubicBezTo>
                    <a:pt x="3339065" y="4354023"/>
                    <a:pt x="3402033" y="4354023"/>
                    <a:pt x="3465000" y="4388945"/>
                  </a:cubicBezTo>
                  <a:cubicBezTo>
                    <a:pt x="3478993" y="4395929"/>
                    <a:pt x="3499982" y="4402913"/>
                    <a:pt x="3513975" y="4416882"/>
                  </a:cubicBezTo>
                  <a:cubicBezTo>
                    <a:pt x="3576942" y="4458788"/>
                    <a:pt x="3625917" y="4514663"/>
                    <a:pt x="3667895" y="4577522"/>
                  </a:cubicBezTo>
                  <a:cubicBezTo>
                    <a:pt x="3737859" y="4689271"/>
                    <a:pt x="3786834" y="4808005"/>
                    <a:pt x="3821816" y="4926738"/>
                  </a:cubicBezTo>
                  <a:cubicBezTo>
                    <a:pt x="3835809" y="4968644"/>
                    <a:pt x="3849801" y="5017535"/>
                    <a:pt x="3863794" y="5059441"/>
                  </a:cubicBezTo>
                  <a:cubicBezTo>
                    <a:pt x="3884783" y="5108331"/>
                    <a:pt x="3912769" y="5136268"/>
                    <a:pt x="3961744" y="5150237"/>
                  </a:cubicBezTo>
                  <a:cubicBezTo>
                    <a:pt x="4066690" y="5192143"/>
                    <a:pt x="4213614" y="5115315"/>
                    <a:pt x="4192625" y="4961660"/>
                  </a:cubicBezTo>
                  <a:cubicBezTo>
                    <a:pt x="4185628" y="4912770"/>
                    <a:pt x="4171635" y="4870864"/>
                    <a:pt x="4164639" y="4828958"/>
                  </a:cubicBezTo>
                  <a:cubicBezTo>
                    <a:pt x="4122661" y="4682287"/>
                    <a:pt x="4073686" y="4549584"/>
                    <a:pt x="3989729" y="4423866"/>
                  </a:cubicBezTo>
                  <a:cubicBezTo>
                    <a:pt x="3891780" y="4270211"/>
                    <a:pt x="3765845" y="4151477"/>
                    <a:pt x="3611924" y="4053697"/>
                  </a:cubicBezTo>
                  <a:cubicBezTo>
                    <a:pt x="3569946" y="4032744"/>
                    <a:pt x="3548957" y="3997822"/>
                    <a:pt x="3548957" y="3948932"/>
                  </a:cubicBezTo>
                  <a:cubicBezTo>
                    <a:pt x="3548957" y="3858136"/>
                    <a:pt x="3548957" y="3774324"/>
                    <a:pt x="3548957" y="3683527"/>
                  </a:cubicBezTo>
                  <a:cubicBezTo>
                    <a:pt x="3548957" y="3676543"/>
                    <a:pt x="3548957" y="3669559"/>
                    <a:pt x="3555953" y="3655590"/>
                  </a:cubicBezTo>
                  <a:cubicBezTo>
                    <a:pt x="3569946" y="3655590"/>
                    <a:pt x="3576942" y="3662574"/>
                    <a:pt x="3590935" y="3662574"/>
                  </a:cubicBezTo>
                  <a:cubicBezTo>
                    <a:pt x="3723866" y="3711465"/>
                    <a:pt x="3835809" y="3781308"/>
                    <a:pt x="3933758" y="3879089"/>
                  </a:cubicBezTo>
                  <a:cubicBezTo>
                    <a:pt x="4066690" y="3997822"/>
                    <a:pt x="4164639" y="4137509"/>
                    <a:pt x="4262588" y="4291164"/>
                  </a:cubicBezTo>
                  <a:cubicBezTo>
                    <a:pt x="4325556" y="4402913"/>
                    <a:pt x="4388523" y="4521647"/>
                    <a:pt x="4444495" y="4640381"/>
                  </a:cubicBezTo>
                  <a:cubicBezTo>
                    <a:pt x="4458487" y="4675302"/>
                    <a:pt x="4479477" y="4703240"/>
                    <a:pt x="4514459" y="4731177"/>
                  </a:cubicBezTo>
                  <a:cubicBezTo>
                    <a:pt x="4549440" y="4759114"/>
                    <a:pt x="4598415" y="4780067"/>
                    <a:pt x="4647390" y="4766099"/>
                  </a:cubicBezTo>
                  <a:cubicBezTo>
                    <a:pt x="4717354" y="4745146"/>
                    <a:pt x="4759332" y="4703240"/>
                    <a:pt x="4773325" y="4633396"/>
                  </a:cubicBezTo>
                  <a:cubicBezTo>
                    <a:pt x="4787318" y="4577522"/>
                    <a:pt x="4780321" y="4528631"/>
                    <a:pt x="4759332" y="4479741"/>
                  </a:cubicBezTo>
                  <a:cubicBezTo>
                    <a:pt x="4731347" y="4416882"/>
                    <a:pt x="4703361" y="4361007"/>
                    <a:pt x="4675375" y="4298148"/>
                  </a:cubicBezTo>
                  <a:cubicBezTo>
                    <a:pt x="4577426" y="4081634"/>
                    <a:pt x="4451491" y="3879089"/>
                    <a:pt x="4283578" y="3704480"/>
                  </a:cubicBezTo>
                  <a:cubicBezTo>
                    <a:pt x="4115664" y="3536856"/>
                    <a:pt x="3926762" y="3411138"/>
                    <a:pt x="3702877" y="3334311"/>
                  </a:cubicBezTo>
                  <a:cubicBezTo>
                    <a:pt x="3653903" y="3320342"/>
                    <a:pt x="3604928" y="3306373"/>
                    <a:pt x="3548957" y="3292405"/>
                  </a:cubicBezTo>
                  <a:cubicBezTo>
                    <a:pt x="3548957" y="3264467"/>
                    <a:pt x="3548957" y="3236530"/>
                    <a:pt x="3548957" y="3208593"/>
                  </a:cubicBezTo>
                  <a:cubicBezTo>
                    <a:pt x="3541960" y="3166687"/>
                    <a:pt x="3534964" y="3117796"/>
                    <a:pt x="3506978" y="3082875"/>
                  </a:cubicBezTo>
                  <a:cubicBezTo>
                    <a:pt x="3437015" y="2978110"/>
                    <a:pt x="3304083" y="2978110"/>
                    <a:pt x="3234119" y="3082875"/>
                  </a:cubicBezTo>
                  <a:cubicBezTo>
                    <a:pt x="3206134" y="3124781"/>
                    <a:pt x="3199137" y="3173671"/>
                    <a:pt x="3199137" y="3215577"/>
                  </a:cubicBezTo>
                  <a:cubicBezTo>
                    <a:pt x="3192141" y="3243514"/>
                    <a:pt x="3192141" y="3264467"/>
                    <a:pt x="3192141" y="3292405"/>
                  </a:cubicBezTo>
                  <a:cubicBezTo>
                    <a:pt x="3185144" y="3299389"/>
                    <a:pt x="3178148" y="3299389"/>
                    <a:pt x="3164155" y="3299389"/>
                  </a:cubicBezTo>
                  <a:cubicBezTo>
                    <a:pt x="2940271" y="3355264"/>
                    <a:pt x="2737376" y="3453044"/>
                    <a:pt x="2562466" y="3606700"/>
                  </a:cubicBezTo>
                  <a:cubicBezTo>
                    <a:pt x="2429534" y="3725433"/>
                    <a:pt x="2317592" y="3865120"/>
                    <a:pt x="2219643" y="4018775"/>
                  </a:cubicBezTo>
                  <a:cubicBezTo>
                    <a:pt x="2128690" y="4158462"/>
                    <a:pt x="2058726" y="4312117"/>
                    <a:pt x="1988762" y="4458788"/>
                  </a:cubicBezTo>
                  <a:cubicBezTo>
                    <a:pt x="1974769" y="4507678"/>
                    <a:pt x="1960776" y="4556569"/>
                    <a:pt x="1967773" y="4605459"/>
                  </a:cubicBezTo>
                  <a:cubicBezTo>
                    <a:pt x="1974769" y="4682287"/>
                    <a:pt x="2002755" y="4731177"/>
                    <a:pt x="2072719" y="4759114"/>
                  </a:cubicBezTo>
                  <a:cubicBezTo>
                    <a:pt x="2142682" y="4787052"/>
                    <a:pt x="2205650" y="4759114"/>
                    <a:pt x="2247628" y="4710224"/>
                  </a:cubicBezTo>
                  <a:cubicBezTo>
                    <a:pt x="2268617" y="4689271"/>
                    <a:pt x="2282610" y="4661334"/>
                    <a:pt x="2296603" y="4640381"/>
                  </a:cubicBezTo>
                  <a:cubicBezTo>
                    <a:pt x="2359571" y="4528631"/>
                    <a:pt x="2415542" y="4409898"/>
                    <a:pt x="2478509" y="4305133"/>
                  </a:cubicBezTo>
                  <a:cubicBezTo>
                    <a:pt x="2569462" y="4144493"/>
                    <a:pt x="2681404" y="3997822"/>
                    <a:pt x="2814336" y="3872104"/>
                  </a:cubicBezTo>
                  <a:cubicBezTo>
                    <a:pt x="2912285" y="3781308"/>
                    <a:pt x="3024228" y="3711465"/>
                    <a:pt x="3150163" y="3669559"/>
                  </a:cubicBezTo>
                  <a:cubicBezTo>
                    <a:pt x="3164155" y="3662574"/>
                    <a:pt x="3178148" y="3655590"/>
                    <a:pt x="3192141" y="3655590"/>
                  </a:cubicBezTo>
                  <a:close/>
                  <a:moveTo>
                    <a:pt x="2863311" y="1867601"/>
                  </a:moveTo>
                  <a:cubicBezTo>
                    <a:pt x="2856314" y="1874585"/>
                    <a:pt x="2842321" y="1874585"/>
                    <a:pt x="2835325" y="1881570"/>
                  </a:cubicBezTo>
                  <a:cubicBezTo>
                    <a:pt x="2772357" y="1902523"/>
                    <a:pt x="2709390" y="1916491"/>
                    <a:pt x="2646422" y="1937444"/>
                  </a:cubicBezTo>
                  <a:cubicBezTo>
                    <a:pt x="2401549" y="2021256"/>
                    <a:pt x="2170668" y="2126021"/>
                    <a:pt x="1953780" y="2265708"/>
                  </a:cubicBezTo>
                  <a:cubicBezTo>
                    <a:pt x="1862827" y="2328567"/>
                    <a:pt x="1771874" y="2398410"/>
                    <a:pt x="1687917" y="2482222"/>
                  </a:cubicBezTo>
                  <a:cubicBezTo>
                    <a:pt x="1659932" y="2510160"/>
                    <a:pt x="1631946" y="2538097"/>
                    <a:pt x="1617953" y="2580003"/>
                  </a:cubicBezTo>
                  <a:cubicBezTo>
                    <a:pt x="1589968" y="2656831"/>
                    <a:pt x="1624950" y="2740643"/>
                    <a:pt x="1701910" y="2768580"/>
                  </a:cubicBezTo>
                  <a:cubicBezTo>
                    <a:pt x="1750885" y="2789533"/>
                    <a:pt x="1799859" y="2789533"/>
                    <a:pt x="1848834" y="2775564"/>
                  </a:cubicBezTo>
                  <a:cubicBezTo>
                    <a:pt x="1890812" y="2761596"/>
                    <a:pt x="1918798" y="2740643"/>
                    <a:pt x="1953780" y="2719690"/>
                  </a:cubicBezTo>
                  <a:cubicBezTo>
                    <a:pt x="2030740" y="2663815"/>
                    <a:pt x="2114697" y="2600956"/>
                    <a:pt x="2198654" y="2552066"/>
                  </a:cubicBezTo>
                  <a:cubicBezTo>
                    <a:pt x="2394552" y="2419363"/>
                    <a:pt x="2604444" y="2314598"/>
                    <a:pt x="2835325" y="2237771"/>
                  </a:cubicBezTo>
                  <a:cubicBezTo>
                    <a:pt x="2842321" y="2237771"/>
                    <a:pt x="2856314" y="2230786"/>
                    <a:pt x="2863311" y="2230786"/>
                  </a:cubicBezTo>
                  <a:cubicBezTo>
                    <a:pt x="2863311" y="2363489"/>
                    <a:pt x="2863311" y="2496191"/>
                    <a:pt x="2863311" y="2621909"/>
                  </a:cubicBezTo>
                  <a:cubicBezTo>
                    <a:pt x="2856314" y="2628893"/>
                    <a:pt x="2849318" y="2628893"/>
                    <a:pt x="2842321" y="2635878"/>
                  </a:cubicBezTo>
                  <a:cubicBezTo>
                    <a:pt x="2387556" y="2810486"/>
                    <a:pt x="2009751" y="3096843"/>
                    <a:pt x="1722899" y="3494950"/>
                  </a:cubicBezTo>
                  <a:cubicBezTo>
                    <a:pt x="1659932" y="3578762"/>
                    <a:pt x="1603960" y="3669559"/>
                    <a:pt x="1547989" y="3760355"/>
                  </a:cubicBezTo>
                  <a:cubicBezTo>
                    <a:pt x="1527000" y="3788292"/>
                    <a:pt x="1513007" y="3816230"/>
                    <a:pt x="1513007" y="3844167"/>
                  </a:cubicBezTo>
                  <a:cubicBezTo>
                    <a:pt x="1513007" y="3934963"/>
                    <a:pt x="1568978" y="4011791"/>
                    <a:pt x="1652935" y="4032744"/>
                  </a:cubicBezTo>
                  <a:cubicBezTo>
                    <a:pt x="1722899" y="4053697"/>
                    <a:pt x="1778870" y="4032744"/>
                    <a:pt x="1820849" y="3969885"/>
                  </a:cubicBezTo>
                  <a:cubicBezTo>
                    <a:pt x="1841838" y="3941947"/>
                    <a:pt x="1862827" y="3907026"/>
                    <a:pt x="1883816" y="3879089"/>
                  </a:cubicBezTo>
                  <a:cubicBezTo>
                    <a:pt x="1981765" y="3739402"/>
                    <a:pt x="2093708" y="3606700"/>
                    <a:pt x="2212646" y="3480982"/>
                  </a:cubicBezTo>
                  <a:cubicBezTo>
                    <a:pt x="2331585" y="3355264"/>
                    <a:pt x="2457520" y="3243514"/>
                    <a:pt x="2597448" y="3152718"/>
                  </a:cubicBezTo>
                  <a:cubicBezTo>
                    <a:pt x="2751368" y="3054937"/>
                    <a:pt x="2919282" y="2978110"/>
                    <a:pt x="3094191" y="2929219"/>
                  </a:cubicBezTo>
                  <a:cubicBezTo>
                    <a:pt x="3192141" y="2901282"/>
                    <a:pt x="3220126" y="2852392"/>
                    <a:pt x="3220126" y="2761596"/>
                  </a:cubicBezTo>
                  <a:cubicBezTo>
                    <a:pt x="3220126" y="2405395"/>
                    <a:pt x="3220126" y="2049194"/>
                    <a:pt x="3220126" y="1699977"/>
                  </a:cubicBezTo>
                  <a:cubicBezTo>
                    <a:pt x="3220126" y="1672040"/>
                    <a:pt x="3220126" y="1651087"/>
                    <a:pt x="3213130" y="1630134"/>
                  </a:cubicBezTo>
                  <a:cubicBezTo>
                    <a:pt x="3213130" y="1602197"/>
                    <a:pt x="3206134" y="1567275"/>
                    <a:pt x="3185144" y="1539338"/>
                  </a:cubicBezTo>
                  <a:cubicBezTo>
                    <a:pt x="3143166" y="1469494"/>
                    <a:pt x="3052213" y="1441557"/>
                    <a:pt x="2975253" y="1476479"/>
                  </a:cubicBezTo>
                  <a:cubicBezTo>
                    <a:pt x="2919282" y="1511400"/>
                    <a:pt x="2884300" y="1560291"/>
                    <a:pt x="2870307" y="1623150"/>
                  </a:cubicBezTo>
                  <a:cubicBezTo>
                    <a:pt x="2870307" y="1651087"/>
                    <a:pt x="2870307" y="1679024"/>
                    <a:pt x="2863311" y="1713946"/>
                  </a:cubicBezTo>
                  <a:cubicBezTo>
                    <a:pt x="2863311" y="1762836"/>
                    <a:pt x="2863311" y="1818711"/>
                    <a:pt x="2863311" y="1867601"/>
                  </a:cubicBezTo>
                  <a:close/>
                  <a:moveTo>
                    <a:pt x="3877787" y="1867601"/>
                  </a:moveTo>
                  <a:cubicBezTo>
                    <a:pt x="3877787" y="1853632"/>
                    <a:pt x="3877787" y="1839664"/>
                    <a:pt x="3877787" y="1825695"/>
                  </a:cubicBezTo>
                  <a:cubicBezTo>
                    <a:pt x="3877787" y="1769820"/>
                    <a:pt x="3877787" y="1713946"/>
                    <a:pt x="3877787" y="1658071"/>
                  </a:cubicBezTo>
                  <a:cubicBezTo>
                    <a:pt x="3870791" y="1616165"/>
                    <a:pt x="3863794" y="1574259"/>
                    <a:pt x="3835809" y="1539338"/>
                  </a:cubicBezTo>
                  <a:cubicBezTo>
                    <a:pt x="3793830" y="1483463"/>
                    <a:pt x="3737859" y="1455526"/>
                    <a:pt x="3667895" y="1462510"/>
                  </a:cubicBezTo>
                  <a:cubicBezTo>
                    <a:pt x="3597931" y="1476479"/>
                    <a:pt x="3555953" y="1518385"/>
                    <a:pt x="3534964" y="1581244"/>
                  </a:cubicBezTo>
                  <a:cubicBezTo>
                    <a:pt x="3527968" y="1609181"/>
                    <a:pt x="3520971" y="1644103"/>
                    <a:pt x="3520971" y="1679024"/>
                  </a:cubicBezTo>
                  <a:cubicBezTo>
                    <a:pt x="3520971" y="2042209"/>
                    <a:pt x="3520971" y="2405395"/>
                    <a:pt x="3520971" y="2775564"/>
                  </a:cubicBezTo>
                  <a:cubicBezTo>
                    <a:pt x="3520971" y="2775564"/>
                    <a:pt x="3520971" y="2782549"/>
                    <a:pt x="3520971" y="2782549"/>
                  </a:cubicBezTo>
                  <a:cubicBezTo>
                    <a:pt x="3520971" y="2838423"/>
                    <a:pt x="3548957" y="2880329"/>
                    <a:pt x="3597931" y="2901282"/>
                  </a:cubicBezTo>
                  <a:cubicBezTo>
                    <a:pt x="3618921" y="2915251"/>
                    <a:pt x="3646906" y="2922235"/>
                    <a:pt x="3674892" y="2929219"/>
                  </a:cubicBezTo>
                  <a:cubicBezTo>
                    <a:pt x="3800827" y="2971125"/>
                    <a:pt x="3926762" y="3020016"/>
                    <a:pt x="4038704" y="3082875"/>
                  </a:cubicBezTo>
                  <a:cubicBezTo>
                    <a:pt x="4234603" y="3187640"/>
                    <a:pt x="4402516" y="3327326"/>
                    <a:pt x="4542444" y="3487966"/>
                  </a:cubicBezTo>
                  <a:cubicBezTo>
                    <a:pt x="4682372" y="3634637"/>
                    <a:pt x="4801310" y="3795277"/>
                    <a:pt x="4913253" y="3962900"/>
                  </a:cubicBezTo>
                  <a:cubicBezTo>
                    <a:pt x="4920249" y="3969885"/>
                    <a:pt x="4927245" y="3983853"/>
                    <a:pt x="4934242" y="3990838"/>
                  </a:cubicBezTo>
                  <a:cubicBezTo>
                    <a:pt x="4962227" y="4025759"/>
                    <a:pt x="4997209" y="4039728"/>
                    <a:pt x="5039188" y="4039728"/>
                  </a:cubicBezTo>
                  <a:cubicBezTo>
                    <a:pt x="5179116" y="4039728"/>
                    <a:pt x="5277065" y="3893057"/>
                    <a:pt x="5200105" y="3767339"/>
                  </a:cubicBezTo>
                  <a:cubicBezTo>
                    <a:pt x="5158126" y="3697496"/>
                    <a:pt x="5123144" y="3634637"/>
                    <a:pt x="5074170" y="3564794"/>
                  </a:cubicBezTo>
                  <a:cubicBezTo>
                    <a:pt x="4787318" y="3152718"/>
                    <a:pt x="4409513" y="2838423"/>
                    <a:pt x="3940755" y="2649846"/>
                  </a:cubicBezTo>
                  <a:cubicBezTo>
                    <a:pt x="3919765" y="2642862"/>
                    <a:pt x="3898776" y="2635878"/>
                    <a:pt x="3877787" y="2621909"/>
                  </a:cubicBezTo>
                  <a:cubicBezTo>
                    <a:pt x="3877787" y="2489207"/>
                    <a:pt x="3877787" y="2363489"/>
                    <a:pt x="3877787" y="2230786"/>
                  </a:cubicBezTo>
                  <a:cubicBezTo>
                    <a:pt x="3884783" y="2230786"/>
                    <a:pt x="3884783" y="2230786"/>
                    <a:pt x="3884783" y="2230786"/>
                  </a:cubicBezTo>
                  <a:cubicBezTo>
                    <a:pt x="3898776" y="2237771"/>
                    <a:pt x="3905773" y="2237771"/>
                    <a:pt x="3912769" y="2237771"/>
                  </a:cubicBezTo>
                  <a:cubicBezTo>
                    <a:pt x="4164639" y="2321583"/>
                    <a:pt x="4402516" y="2447301"/>
                    <a:pt x="4619404" y="2600956"/>
                  </a:cubicBezTo>
                  <a:cubicBezTo>
                    <a:pt x="4682372" y="2642862"/>
                    <a:pt x="4745339" y="2691752"/>
                    <a:pt x="4815303" y="2733658"/>
                  </a:cubicBezTo>
                  <a:cubicBezTo>
                    <a:pt x="4864278" y="2775564"/>
                    <a:pt x="4920249" y="2789533"/>
                    <a:pt x="4983217" y="2782549"/>
                  </a:cubicBezTo>
                  <a:cubicBezTo>
                    <a:pt x="5102155" y="2775564"/>
                    <a:pt x="5165123" y="2663815"/>
                    <a:pt x="5116148" y="2559050"/>
                  </a:cubicBezTo>
                  <a:cubicBezTo>
                    <a:pt x="5095159" y="2524128"/>
                    <a:pt x="5074170" y="2496191"/>
                    <a:pt x="5053180" y="2475238"/>
                  </a:cubicBezTo>
                  <a:cubicBezTo>
                    <a:pt x="4934242" y="2356504"/>
                    <a:pt x="4794314" y="2265708"/>
                    <a:pt x="4654386" y="2181896"/>
                  </a:cubicBezTo>
                  <a:cubicBezTo>
                    <a:pt x="4451491" y="2070147"/>
                    <a:pt x="4241599" y="1986335"/>
                    <a:pt x="4017715" y="1916491"/>
                  </a:cubicBezTo>
                  <a:cubicBezTo>
                    <a:pt x="3975737" y="1895538"/>
                    <a:pt x="3926762" y="1881570"/>
                    <a:pt x="3877787" y="1867601"/>
                  </a:cubicBezTo>
                  <a:close/>
                </a:path>
              </a:pathLst>
            </a:custGeom>
            <a:solidFill>
              <a:schemeClr val="accent1">
                <a:alpha val="80000"/>
              </a:schemeClr>
            </a:solidFill>
            <a:ln>
              <a:noFill/>
            </a:ln>
          </p:spPr>
          <p:txBody>
            <a:bodyPr/>
            <a:lstStyle/>
            <a:p>
              <a:endParaRPr lang="zh-CN" altLang="en-US"/>
            </a:p>
          </p:txBody>
        </p:sp>
      </p:grpSp>
      <p:sp>
        <p:nvSpPr>
          <p:cNvPr id="43" name="矩形 42"/>
          <p:cNvSpPr/>
          <p:nvPr/>
        </p:nvSpPr>
        <p:spPr>
          <a:xfrm>
            <a:off x="1105048" y="2367691"/>
            <a:ext cx="9981901" cy="923330"/>
          </a:xfrm>
          <a:prstGeom prst="rect">
            <a:avLst/>
          </a:prstGeom>
          <a:effectLst>
            <a:outerShdw blurRad="63500" sx="102000" sy="102000" algn="ctr" rotWithShape="0">
              <a:srgbClr val="000000">
                <a:alpha val="40000"/>
              </a:srgbClr>
            </a:outerShdw>
          </a:effectLst>
        </p:spPr>
        <p:txBody>
          <a:bodyPr wrap="square">
            <a:spAutoFit/>
          </a:bodyPr>
          <a:lstStyle/>
          <a:p>
            <a:pPr algn="ctr"/>
            <a:r>
              <a:rPr lang="en-US" altLang="zh-CN" sz="5400" b="1" dirty="0">
                <a:solidFill>
                  <a:srgbClr val="9A0001"/>
                </a:solidFill>
                <a:latin typeface="Times New Roman" panose="02020603050405020304"/>
                <a:ea typeface="华文中宋" panose="02010600040101010101" charset="-122"/>
              </a:rPr>
              <a:t>Thanks</a:t>
            </a:r>
            <a:endParaRPr lang="zh-CN" sz="5400" b="1" dirty="0">
              <a:solidFill>
                <a:srgbClr val="9A0001"/>
              </a:solidFill>
              <a:latin typeface="Times New Roman" panose="02020603050405020304"/>
              <a:ea typeface="华文中宋" panose="02010600040101010101" charset="-122"/>
            </a:endParaRPr>
          </a:p>
        </p:txBody>
      </p:sp>
    </p:spTree>
    <p:extLst>
      <p:ext uri="{BB962C8B-B14F-4D97-AF65-F5344CB8AC3E}">
        <p14:creationId xmlns:p14="http://schemas.microsoft.com/office/powerpoint/2010/main" val="388138113"/>
      </p:ext>
    </p:extLst>
  </p:cSld>
  <p:clrMapOvr>
    <a:masterClrMapping/>
  </p:clrMapOvr>
</p:sld>
</file>

<file path=ppt/theme/theme1.xml><?xml version="1.0" encoding="utf-8"?>
<a:theme xmlns:a="http://schemas.openxmlformats.org/drawingml/2006/main" name="1_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15633</TotalTime>
  <Words>563</Words>
  <Application>Microsoft Office PowerPoint</Application>
  <PresentationFormat>宽屏</PresentationFormat>
  <Paragraphs>48</Paragraphs>
  <Slides>7</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楷体</vt:lpstr>
      <vt:lpstr>微软雅黑</vt:lpstr>
      <vt:lpstr>Arial</vt:lpstr>
      <vt:lpstr>Times New Roman</vt:lpstr>
      <vt:lpstr>Wingdings</vt:lpstr>
      <vt:lpstr>1_Office 主题​​</vt:lpstr>
      <vt:lpstr>背景</vt:lpstr>
      <vt:lpstr>研究目标和主要贡献</vt:lpstr>
      <vt:lpstr>具体方法</vt:lpstr>
      <vt:lpstr>具体方法</vt:lpstr>
      <vt:lpstr>实验结果</vt:lpstr>
      <vt:lpstr>实验结果</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昊</dc:creator>
  <cp:lastModifiedBy>正浩 吕刘</cp:lastModifiedBy>
  <cp:revision>339</cp:revision>
  <dcterms:created xsi:type="dcterms:W3CDTF">2023-04-08T01:31:35Z</dcterms:created>
  <dcterms:modified xsi:type="dcterms:W3CDTF">2025-11-19T08:06:31Z</dcterms:modified>
</cp:coreProperties>
</file>